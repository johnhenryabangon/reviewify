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6360E-709D-57CA-4414-726724459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ECFA3-E11D-83B4-F8BA-2840106E2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2685B-E0A3-742B-1C1A-4B3F95C5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2822A-DCD3-5EF9-C31A-3895E8310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576AB-2138-AE8B-44F6-A65CEDE7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085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AFE3-AF75-A6D0-E8BC-4AB7C8DB5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C9A7-26F8-25D2-9096-D9B0819B9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27C76-162B-6D44-51EB-A3FE79298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D392-C783-FE69-7234-88433081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95D71-76A1-3D78-48CE-D366F248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384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D22C-33F1-D0B2-79E9-7C1960764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AC0B7-3A65-9457-FF88-CB8F85DBB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D08C8-B214-56CA-B8CA-EC19401D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99E2F-FD95-4773-B00E-80C22BB6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D6130-442F-7ACD-68A2-30CEED4C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97346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543B-B756-3E21-C0C6-18F60715D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71FA4-D574-CE13-E552-99EE8B28F0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A00FD-A001-96A4-8965-655143614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0B959-791D-DFEB-9BE4-9F80DD38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7CA54-D042-C655-631B-2946E8C3C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5607F-C1F2-141C-375B-11535828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1389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E343-07E5-E0E6-2B6A-A5B9B985E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D0971-E953-503E-A9F3-E0B85F874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5EA08-6AF4-7E77-5C27-58F7AD03D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30486-9164-5B81-6C90-AB0DD7027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33D1B-3EB7-8503-8214-F0180FA728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57263-97CE-3E6F-9F5D-15CE4E6F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2E0D0D-6AA0-698E-5E14-958635386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8720D3-B2E1-98E0-3FF2-430F8245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0689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33F9-89D8-97F8-5CB2-6B6A948D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0499E5-DC7B-9C6A-34BA-169136CD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62028-E144-DB1B-E596-E91B7987D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FAFA7-125B-4A19-DF26-61920551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286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F5F50D-A7EF-9502-490A-92F69378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F12BA2-0CF0-3864-DA6C-896421AF9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B2EDC-3E78-6F37-5C55-2E92D99E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33493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D768-E3FC-91E2-3C46-30B5EAAF8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AC89-160B-9343-9B92-5D16C811F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0E392-DFD8-88D8-DAE3-3F2F89FEB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12663-99F6-66AF-C8AB-F991B45F4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07628-8030-02E8-9061-141D7CF6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1AC7A-7753-B85A-8F94-1B273821D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2844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8147-9BD8-0B6B-4C16-E6EE5931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77C030-6677-E25B-A29D-7E7BC91CF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01BC1-874D-9C91-45F1-D037F9025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2CDF5-8836-1650-E165-91D58E71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8D643-6E4B-6CD2-F924-2227DBE0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2082D-0ECF-C968-9C28-F86B5EB8B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478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741F-FB89-0AE1-52DF-09FE94E5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7FBD5-69FD-2D28-CE85-B40C6A0CC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20D70-1F30-C401-E1F4-B3AF9890E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9CFAD-1781-E5DA-4CBA-B2159879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BDD7D-B598-85E0-301E-06234BB6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7600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211FF-D65B-1641-83E7-31DAD17AC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6275D-231F-E1FC-F7F1-0369463A7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B0774-EE81-B6CA-A4F2-14F949BE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648A2-4DAC-1E58-47A6-2747B6BE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17FEE-B36A-8489-47C6-DA3789A73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0400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B55AE-3256-2E8A-FAFC-32DDA3E94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C2D8B-9B98-32AB-9CA0-AC1A4BDEB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CD1A9-6D9C-B0B8-3363-3EC5AF2DC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965793-283F-4C15-A87C-63F1D345553E}" type="datetimeFigureOut">
              <a:rPr lang="en-PH" smtClean="0"/>
              <a:t>24/03/2026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A5C6A-3383-65A8-DB4E-E678EE7A3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031F3-51E9-B904-B27A-AB1994FD7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918E4-7A79-47BB-9C6D-23AEEC2A401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5270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0DD9-13AD-FCF2-F76A-AB5CDF6EB5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Google Automation with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9F3F4-DD87-D877-C44A-94F5A4400C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5417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376162-62C0-2976-F3EC-BB47897A4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PH" dirty="0"/>
              <a:t>Machine Problems1: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C3A9E-1231-751C-FE4D-3A2257465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Product Inventory System (DICTIONARY)</a:t>
            </a:r>
          </a:p>
          <a:p>
            <a:pPr marL="0" indent="0">
              <a:buNone/>
            </a:pPr>
            <a:r>
              <a:rPr lang="en-US" b="1" dirty="0"/>
              <a:t>📌 Problem:</a:t>
            </a:r>
          </a:p>
          <a:p>
            <a:pPr marL="0" indent="0">
              <a:buNone/>
            </a:pPr>
            <a:r>
              <a:rPr lang="en-US" dirty="0"/>
              <a:t>Create a program that:</a:t>
            </a:r>
          </a:p>
          <a:p>
            <a:r>
              <a:rPr lang="en-US" dirty="0"/>
              <a:t>Stores product names and prices using a </a:t>
            </a:r>
            <a:r>
              <a:rPr lang="en-US" b="1" dirty="0"/>
              <a:t>dictionary</a:t>
            </a:r>
            <a:r>
              <a:rPr lang="en-US" dirty="0"/>
              <a:t>.</a:t>
            </a:r>
          </a:p>
          <a:p>
            <a:r>
              <a:rPr lang="en-US" dirty="0"/>
              <a:t>Allows the user to:</a:t>
            </a:r>
          </a:p>
          <a:p>
            <a:pPr lvl="1"/>
            <a:r>
              <a:rPr lang="en-US" dirty="0"/>
              <a:t>Add a product</a:t>
            </a:r>
          </a:p>
          <a:p>
            <a:pPr lvl="1"/>
            <a:r>
              <a:rPr lang="en-US" dirty="0"/>
              <a:t>Display all products</a:t>
            </a:r>
          </a:p>
          <a:p>
            <a:pPr lvl="1"/>
            <a:r>
              <a:rPr lang="en-US" dirty="0"/>
              <a:t>Search for a product price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88981C-2980-432C-387A-37B1D6564F82}"/>
              </a:ext>
            </a:extLst>
          </p:cNvPr>
          <p:cNvSpPr txBox="1"/>
          <p:nvPr/>
        </p:nvSpPr>
        <p:spPr>
          <a:xfrm>
            <a:off x="6095999" y="760195"/>
            <a:ext cx="609600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200" dirty="0"/>
              <a:t>Sample Run:</a:t>
            </a:r>
          </a:p>
          <a:p>
            <a:endParaRPr lang="en-PH" sz="1200" dirty="0"/>
          </a:p>
          <a:p>
            <a:r>
              <a:rPr lang="en-PH" sz="1200" dirty="0"/>
              <a:t>Add Product</a:t>
            </a:r>
          </a:p>
          <a:p>
            <a:r>
              <a:rPr lang="en-PH" sz="1200" dirty="0"/>
              <a:t>2. Display Products</a:t>
            </a:r>
          </a:p>
          <a:p>
            <a:r>
              <a:rPr lang="en-PH" sz="1200" dirty="0"/>
              <a:t>3. Search Product</a:t>
            </a:r>
          </a:p>
          <a:p>
            <a:r>
              <a:rPr lang="en-PH" sz="1200" dirty="0"/>
              <a:t>4. Exit</a:t>
            </a:r>
          </a:p>
          <a:p>
            <a:r>
              <a:rPr lang="en-PH" sz="1200" dirty="0"/>
              <a:t>Choose an option: 1</a:t>
            </a:r>
          </a:p>
          <a:p>
            <a:r>
              <a:rPr lang="en-PH" sz="1200" dirty="0"/>
              <a:t>Enter product name: bag</a:t>
            </a:r>
          </a:p>
          <a:p>
            <a:r>
              <a:rPr lang="en-PH" sz="1200" dirty="0"/>
              <a:t>Enter product price: 500</a:t>
            </a:r>
          </a:p>
          <a:p>
            <a:r>
              <a:rPr lang="en-PH" sz="1200" dirty="0"/>
              <a:t>Product added successfully.</a:t>
            </a:r>
          </a:p>
          <a:p>
            <a:endParaRPr lang="en-PH" sz="1200" dirty="0"/>
          </a:p>
          <a:p>
            <a:r>
              <a:rPr lang="en-PH" sz="1200" dirty="0"/>
              <a:t>1. Add Product</a:t>
            </a:r>
          </a:p>
          <a:p>
            <a:r>
              <a:rPr lang="en-PH" sz="1200" dirty="0"/>
              <a:t>2. Display Products</a:t>
            </a:r>
          </a:p>
          <a:p>
            <a:r>
              <a:rPr lang="en-PH" sz="1200" dirty="0"/>
              <a:t>3. Search Product</a:t>
            </a:r>
          </a:p>
          <a:p>
            <a:r>
              <a:rPr lang="en-PH" sz="1200" dirty="0"/>
              <a:t>4. Exit</a:t>
            </a:r>
          </a:p>
          <a:p>
            <a:r>
              <a:rPr lang="en-PH" sz="1200" dirty="0"/>
              <a:t>Choose an option: 2</a:t>
            </a:r>
          </a:p>
          <a:p>
            <a:r>
              <a:rPr lang="en-PH" sz="1200" dirty="0"/>
              <a:t>Product List: bag : 500.0</a:t>
            </a:r>
          </a:p>
          <a:p>
            <a:endParaRPr lang="en-PH" sz="1200" dirty="0"/>
          </a:p>
          <a:p>
            <a:r>
              <a:rPr lang="en-PH" sz="1200" dirty="0"/>
              <a:t>1. Add Product</a:t>
            </a:r>
          </a:p>
          <a:p>
            <a:r>
              <a:rPr lang="en-PH" sz="1200" dirty="0"/>
              <a:t>2. Display Products</a:t>
            </a:r>
          </a:p>
          <a:p>
            <a:r>
              <a:rPr lang="en-PH" sz="1200" dirty="0"/>
              <a:t>3. Search Product</a:t>
            </a:r>
          </a:p>
          <a:p>
            <a:r>
              <a:rPr lang="en-PH" sz="1200" dirty="0"/>
              <a:t>4. Exit</a:t>
            </a:r>
          </a:p>
          <a:p>
            <a:r>
              <a:rPr lang="en-PH" sz="1200" dirty="0"/>
              <a:t>Choose an option: 3</a:t>
            </a:r>
          </a:p>
          <a:p>
            <a:r>
              <a:rPr lang="en-PH" sz="1200" dirty="0"/>
              <a:t>Enter product name to search: Bag</a:t>
            </a:r>
          </a:p>
          <a:p>
            <a:r>
              <a:rPr lang="en-PH" sz="1200" dirty="0"/>
              <a:t>Price: 500.0</a:t>
            </a:r>
          </a:p>
          <a:p>
            <a:endParaRPr lang="en-PH" sz="1200" dirty="0"/>
          </a:p>
          <a:p>
            <a:r>
              <a:rPr lang="en-PH" sz="1200" dirty="0"/>
              <a:t>1. Add Product</a:t>
            </a:r>
          </a:p>
          <a:p>
            <a:r>
              <a:rPr lang="en-PH" sz="1200" dirty="0"/>
              <a:t>2. Display Products</a:t>
            </a:r>
          </a:p>
          <a:p>
            <a:r>
              <a:rPr lang="en-PH" sz="1200" dirty="0"/>
              <a:t>3. Search Product</a:t>
            </a:r>
          </a:p>
          <a:p>
            <a:r>
              <a:rPr lang="en-PH" sz="1200" dirty="0"/>
              <a:t>4. Exit</a:t>
            </a:r>
          </a:p>
          <a:p>
            <a:r>
              <a:rPr lang="en-PH" sz="1200" dirty="0"/>
              <a:t>Choose an option: </a:t>
            </a:r>
          </a:p>
        </p:txBody>
      </p:sp>
    </p:spTree>
    <p:extLst>
      <p:ext uri="{BB962C8B-B14F-4D97-AF65-F5344CB8AC3E}">
        <p14:creationId xmlns:p14="http://schemas.microsoft.com/office/powerpoint/2010/main" val="409222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FF4B8-8D76-BFD4-197A-AEC300A7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2894316-B736-85D2-6A3E-8B75093EE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D2D4A4-7C35-F729-DCFF-257B72C43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615D3AE1-7127-E3AE-6EC7-80B015C9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2DB93-49D1-14DB-5BD3-6E23A755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PH" dirty="0"/>
              <a:t>Machine Problems2: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F06B7-5FDB-1242-B410-371E55565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Student Record System (TUPLE + DICTIONARY)</a:t>
            </a:r>
          </a:p>
          <a:p>
            <a:pPr marL="0" indent="0">
              <a:buNone/>
            </a:pPr>
            <a:r>
              <a:rPr lang="en-US" b="1" dirty="0"/>
              <a:t>📌 Problem:</a:t>
            </a:r>
          </a:p>
          <a:p>
            <a:pPr marL="0" indent="0">
              <a:buNone/>
            </a:pPr>
            <a:r>
              <a:rPr lang="en-US" dirty="0"/>
              <a:t>Create a program that:</a:t>
            </a:r>
          </a:p>
          <a:p>
            <a:r>
              <a:rPr lang="en-US" dirty="0"/>
              <a:t>Stores student information as:</a:t>
            </a:r>
          </a:p>
          <a:p>
            <a:pPr lvl="1"/>
            <a:r>
              <a:rPr lang="en-US" dirty="0"/>
              <a:t>Dictionary where:</a:t>
            </a:r>
          </a:p>
          <a:p>
            <a:pPr lvl="2"/>
            <a:r>
              <a:rPr lang="en-US" dirty="0"/>
              <a:t>Key = Student ID</a:t>
            </a:r>
          </a:p>
          <a:p>
            <a:pPr lvl="2"/>
            <a:r>
              <a:rPr lang="en-US" dirty="0"/>
              <a:t>Value = Tuple (Name, Age, Course)</a:t>
            </a:r>
          </a:p>
          <a:p>
            <a:r>
              <a:rPr lang="en-US" dirty="0"/>
              <a:t>Allows user to:</a:t>
            </a:r>
          </a:p>
          <a:p>
            <a:pPr lvl="1"/>
            <a:r>
              <a:rPr lang="en-US" dirty="0"/>
              <a:t>Add student</a:t>
            </a:r>
          </a:p>
          <a:p>
            <a:pPr lvl="1"/>
            <a:r>
              <a:rPr lang="en-US" dirty="0"/>
              <a:t>Display all students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931B5-EC81-1AFD-428C-8B70167FF460}"/>
              </a:ext>
            </a:extLst>
          </p:cNvPr>
          <p:cNvSpPr txBox="1"/>
          <p:nvPr/>
        </p:nvSpPr>
        <p:spPr>
          <a:xfrm>
            <a:off x="6455153" y="1351508"/>
            <a:ext cx="535858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200" dirty="0"/>
              <a:t>1. Add Student</a:t>
            </a:r>
          </a:p>
          <a:p>
            <a:r>
              <a:rPr lang="en-PH" sz="1200" dirty="0"/>
              <a:t>2. Display Students</a:t>
            </a:r>
          </a:p>
          <a:p>
            <a:r>
              <a:rPr lang="en-PH" sz="1200" dirty="0"/>
              <a:t>3. Exit</a:t>
            </a:r>
          </a:p>
          <a:p>
            <a:r>
              <a:rPr lang="en-PH" sz="1200" dirty="0"/>
              <a:t>Choose an option: 1</a:t>
            </a:r>
          </a:p>
          <a:p>
            <a:endParaRPr lang="en-PH" sz="1200" dirty="0"/>
          </a:p>
          <a:p>
            <a:r>
              <a:rPr lang="en-PH" sz="1200" dirty="0"/>
              <a:t>Enter Student ID: 101</a:t>
            </a:r>
          </a:p>
          <a:p>
            <a:r>
              <a:rPr lang="en-PH" sz="1200" dirty="0"/>
              <a:t>Enter Name: Maria Santos</a:t>
            </a:r>
          </a:p>
          <a:p>
            <a:r>
              <a:rPr lang="en-PH" sz="1200" dirty="0"/>
              <a:t>Enter Age: 20</a:t>
            </a:r>
          </a:p>
          <a:p>
            <a:r>
              <a:rPr lang="en-PH" sz="1200" dirty="0"/>
              <a:t>Enter Course: BSIT</a:t>
            </a:r>
          </a:p>
          <a:p>
            <a:r>
              <a:rPr lang="en-PH" sz="1200" dirty="0"/>
              <a:t>Student added successfully.</a:t>
            </a:r>
          </a:p>
          <a:p>
            <a:endParaRPr lang="en-PH" sz="1200" dirty="0"/>
          </a:p>
          <a:p>
            <a:r>
              <a:rPr lang="en-PH" sz="1200" dirty="0"/>
              <a:t>1. Add Student</a:t>
            </a:r>
          </a:p>
          <a:p>
            <a:r>
              <a:rPr lang="en-PH" sz="1200" dirty="0"/>
              <a:t>2. Display Students</a:t>
            </a:r>
          </a:p>
          <a:p>
            <a:r>
              <a:rPr lang="en-PH" sz="1200" dirty="0"/>
              <a:t>3. Exit</a:t>
            </a:r>
          </a:p>
          <a:p>
            <a:r>
              <a:rPr lang="en-PH" sz="1200" dirty="0"/>
              <a:t>Choose an option: 1</a:t>
            </a:r>
          </a:p>
          <a:p>
            <a:endParaRPr lang="en-PH" sz="1200" dirty="0"/>
          </a:p>
          <a:p>
            <a:r>
              <a:rPr lang="en-PH" sz="1200" dirty="0"/>
              <a:t>Enter Student ID: 102</a:t>
            </a:r>
          </a:p>
          <a:p>
            <a:r>
              <a:rPr lang="en-PH" sz="1200" dirty="0"/>
              <a:t>Enter Name: Juan Dela Cruz</a:t>
            </a:r>
          </a:p>
          <a:p>
            <a:r>
              <a:rPr lang="en-PH" sz="1200" dirty="0"/>
              <a:t>Enter Age: 22</a:t>
            </a:r>
          </a:p>
          <a:p>
            <a:r>
              <a:rPr lang="en-PH" sz="1200" dirty="0"/>
              <a:t>Enter Course: BSCS</a:t>
            </a:r>
          </a:p>
          <a:p>
            <a:r>
              <a:rPr lang="en-PH" sz="1200" dirty="0"/>
              <a:t>Student added successfully.</a:t>
            </a:r>
          </a:p>
          <a:p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063375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FF4B8-8D76-BFD4-197A-AEC300A7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2894316-B736-85D2-6A3E-8B75093EE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D2D4A4-7C35-F729-DCFF-257B72C43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615D3AE1-7127-E3AE-6EC7-80B015C9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F2DB93-49D1-14DB-5BD3-6E23A755A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PH" dirty="0"/>
              <a:t>Machine Problems2: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F06B7-5FDB-1242-B410-371E55565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Student Record System (TUPLE + DICTIONARY)</a:t>
            </a:r>
          </a:p>
          <a:p>
            <a:pPr marL="0" indent="0">
              <a:buNone/>
            </a:pPr>
            <a:r>
              <a:rPr lang="en-US" b="1" dirty="0"/>
              <a:t>📌 Problem:</a:t>
            </a:r>
          </a:p>
          <a:p>
            <a:pPr marL="0" indent="0">
              <a:buNone/>
            </a:pPr>
            <a:r>
              <a:rPr lang="en-US" dirty="0"/>
              <a:t>Create a program that:</a:t>
            </a:r>
          </a:p>
          <a:p>
            <a:r>
              <a:rPr lang="en-US" dirty="0"/>
              <a:t>Stores student information as:</a:t>
            </a:r>
          </a:p>
          <a:p>
            <a:pPr lvl="1"/>
            <a:r>
              <a:rPr lang="en-US" dirty="0"/>
              <a:t>Dictionary where:</a:t>
            </a:r>
          </a:p>
          <a:p>
            <a:pPr lvl="2"/>
            <a:r>
              <a:rPr lang="en-US" dirty="0"/>
              <a:t>Key = Student ID</a:t>
            </a:r>
          </a:p>
          <a:p>
            <a:pPr lvl="2"/>
            <a:r>
              <a:rPr lang="en-US" dirty="0"/>
              <a:t>Value = Tuple (Name, Age, Course)</a:t>
            </a:r>
          </a:p>
          <a:p>
            <a:r>
              <a:rPr lang="en-US" dirty="0"/>
              <a:t>Allows user to:</a:t>
            </a:r>
          </a:p>
          <a:p>
            <a:pPr lvl="1"/>
            <a:r>
              <a:rPr lang="en-US" dirty="0"/>
              <a:t>Add student</a:t>
            </a:r>
          </a:p>
          <a:p>
            <a:pPr lvl="1"/>
            <a:r>
              <a:rPr lang="en-US" dirty="0"/>
              <a:t>Display all students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931B5-EC81-1AFD-428C-8B70167FF460}"/>
              </a:ext>
            </a:extLst>
          </p:cNvPr>
          <p:cNvSpPr txBox="1"/>
          <p:nvPr/>
        </p:nvSpPr>
        <p:spPr>
          <a:xfrm>
            <a:off x="6455153" y="1351508"/>
            <a:ext cx="535858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200" dirty="0"/>
              <a:t>1. Add Student</a:t>
            </a:r>
          </a:p>
          <a:p>
            <a:r>
              <a:rPr lang="en-PH" sz="1200" dirty="0"/>
              <a:t>2. Display Students</a:t>
            </a:r>
          </a:p>
          <a:p>
            <a:r>
              <a:rPr lang="en-PH" sz="1200" dirty="0"/>
              <a:t>3. Exit</a:t>
            </a:r>
          </a:p>
          <a:p>
            <a:r>
              <a:rPr lang="en-PH" sz="1200" dirty="0"/>
              <a:t>Choose an option: 2</a:t>
            </a:r>
          </a:p>
          <a:p>
            <a:endParaRPr lang="en-PH" sz="1200" dirty="0"/>
          </a:p>
          <a:p>
            <a:r>
              <a:rPr lang="en-PH" sz="1200" dirty="0"/>
              <a:t>Student Records:</a:t>
            </a:r>
          </a:p>
          <a:p>
            <a:r>
              <a:rPr lang="en-PH" sz="1200" dirty="0"/>
              <a:t>ID: 101</a:t>
            </a:r>
          </a:p>
          <a:p>
            <a:r>
              <a:rPr lang="en-PH" sz="1200" dirty="0"/>
              <a:t>Name: Maria Santos</a:t>
            </a:r>
          </a:p>
          <a:p>
            <a:r>
              <a:rPr lang="en-PH" sz="1200" dirty="0"/>
              <a:t>Age: 20</a:t>
            </a:r>
          </a:p>
          <a:p>
            <a:r>
              <a:rPr lang="en-PH" sz="1200" dirty="0"/>
              <a:t>Course: BSIT</a:t>
            </a:r>
          </a:p>
          <a:p>
            <a:r>
              <a:rPr lang="en-PH" sz="1200" dirty="0"/>
              <a:t>------------------</a:t>
            </a:r>
          </a:p>
          <a:p>
            <a:r>
              <a:rPr lang="en-PH" sz="1200" dirty="0"/>
              <a:t>ID: 102</a:t>
            </a:r>
          </a:p>
          <a:p>
            <a:r>
              <a:rPr lang="en-PH" sz="1200" dirty="0"/>
              <a:t>Name: Juan Dela Cruz</a:t>
            </a:r>
          </a:p>
          <a:p>
            <a:r>
              <a:rPr lang="en-PH" sz="1200" dirty="0"/>
              <a:t>Age: 22</a:t>
            </a:r>
          </a:p>
          <a:p>
            <a:r>
              <a:rPr lang="en-PH" sz="1200" dirty="0"/>
              <a:t>Course: BSCS</a:t>
            </a:r>
          </a:p>
          <a:p>
            <a:r>
              <a:rPr lang="en-PH" sz="1200" dirty="0"/>
              <a:t>------------------</a:t>
            </a:r>
          </a:p>
          <a:p>
            <a:endParaRPr lang="en-PH" sz="1200" dirty="0"/>
          </a:p>
          <a:p>
            <a:r>
              <a:rPr lang="en-PH" sz="1200" dirty="0"/>
              <a:t>1. Add Student</a:t>
            </a:r>
          </a:p>
          <a:p>
            <a:r>
              <a:rPr lang="en-PH" sz="1200" dirty="0"/>
              <a:t>2. Display Students</a:t>
            </a:r>
          </a:p>
          <a:p>
            <a:r>
              <a:rPr lang="en-PH" sz="1200" dirty="0"/>
              <a:t>3. Exit</a:t>
            </a:r>
          </a:p>
          <a:p>
            <a:r>
              <a:rPr lang="en-PH" sz="1200" dirty="0"/>
              <a:t>Choose an option: 3</a:t>
            </a:r>
          </a:p>
        </p:txBody>
      </p:sp>
    </p:spTree>
    <p:extLst>
      <p:ext uri="{BB962C8B-B14F-4D97-AF65-F5344CB8AC3E}">
        <p14:creationId xmlns:p14="http://schemas.microsoft.com/office/powerpoint/2010/main" val="421412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397</Words>
  <Application>Microsoft Office PowerPoint</Application>
  <PresentationFormat>Widescreen</PresentationFormat>
  <Paragraphs>105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Google Automation with python</vt:lpstr>
      <vt:lpstr>Machine Problems1:</vt:lpstr>
      <vt:lpstr>Machine Problems2:</vt:lpstr>
      <vt:lpstr>Machine Problems2: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Automation with python</dc:title>
  <dc:creator>EDWARD</dc:creator>
  <cp:lastModifiedBy>admin</cp:lastModifiedBy>
  <cp:revision>5</cp:revision>
  <dcterms:created xsi:type="dcterms:W3CDTF">2026-03-03T23:01:34Z</dcterms:created>
  <dcterms:modified xsi:type="dcterms:W3CDTF">2026-03-23T22:26:15Z</dcterms:modified>
</cp:coreProperties>
</file>