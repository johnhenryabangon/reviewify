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94660"/>
  </p:normalViewPr>
  <p:slideViewPr>
    <p:cSldViewPr snapToGrid="0">
      <p:cViewPr varScale="1">
        <p:scale>
          <a:sx n="55" d="100"/>
          <a:sy n="55" d="100"/>
        </p:scale>
        <p:origin x="14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8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23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951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53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38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85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04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672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16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36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67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0B6FC-1B4A-4888-B4FD-3FC96CE3491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8E21119-79C0-4195-9A53-BC4FA9C2CE2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13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0F4B-5DA8-9049-4867-8615CA5C9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E5F2C-C06E-F141-0C21-62BEC87836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4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5108-0DBE-C24A-BF9E-EE53F2A7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Python Data Structure?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FA24D-D809-4337-7822-6F7CE105C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Python data structure</a:t>
            </a:r>
            <a:r>
              <a:rPr lang="en-US" dirty="0"/>
              <a:t> is a way of organizing and storing data in a computer so it can be accessed and modified efficiently.</a:t>
            </a:r>
          </a:p>
          <a:p>
            <a:r>
              <a:rPr lang="en-US" dirty="0"/>
              <a:t>In Python, data structures help you manage collections of data such as numbers, names, records, or objects.</a:t>
            </a:r>
          </a:p>
          <a:p>
            <a:r>
              <a:rPr lang="en-US" dirty="0"/>
              <a:t>Think of a data structure as a </a:t>
            </a:r>
            <a:r>
              <a:rPr lang="en-US" b="1" dirty="0"/>
              <a:t>container</a:t>
            </a:r>
            <a:r>
              <a:rPr lang="en-US" dirty="0"/>
              <a:t> that holds data in a specific format.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60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964F-FEAC-38CC-BE39-65BB4EEA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Python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E0B70-1ED1-914E-F2AB-F44BCCC8C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  <a:p>
            <a:r>
              <a:rPr lang="en-US" dirty="0"/>
              <a:t>Tuple</a:t>
            </a:r>
          </a:p>
          <a:p>
            <a:r>
              <a:rPr lang="en-US" dirty="0"/>
              <a:t>Set</a:t>
            </a:r>
          </a:p>
          <a:p>
            <a:r>
              <a:rPr lang="en-US" dirty="0"/>
              <a:t>Dictionary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876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74C0-4DC0-1D3D-4E86-398C27BE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53567-F05E-1CEB-BA1F-E66554472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list</a:t>
            </a:r>
            <a:r>
              <a:rPr lang="en-US" dirty="0"/>
              <a:t> is a built-in data structure used to store multiple items in a single variable.</a:t>
            </a:r>
          </a:p>
          <a:p>
            <a:r>
              <a:rPr lang="en-US" dirty="0"/>
              <a:t>Think of a list as a </a:t>
            </a:r>
            <a:r>
              <a:rPr lang="en-US" b="1" dirty="0"/>
              <a:t>container</a:t>
            </a:r>
            <a:r>
              <a:rPr lang="en-US" dirty="0"/>
              <a:t> that keeps items in order.</a:t>
            </a:r>
          </a:p>
          <a:p>
            <a:pPr marL="0" indent="0">
              <a:buNone/>
            </a:pPr>
            <a:r>
              <a:rPr lang="en-US" b="1" dirty="0"/>
              <a:t>Characteristics of a List</a:t>
            </a:r>
          </a:p>
          <a:p>
            <a:r>
              <a:rPr lang="en-US" dirty="0"/>
              <a:t>✅ </a:t>
            </a:r>
            <a:r>
              <a:rPr lang="en-US" b="1" dirty="0"/>
              <a:t>Ordered</a:t>
            </a:r>
            <a:r>
              <a:rPr lang="en-US" dirty="0"/>
              <a:t> – Items have a fixed position (index starts at 0)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Mutable</a:t>
            </a:r>
            <a:r>
              <a:rPr lang="en-US" dirty="0"/>
              <a:t> – You can change, add, or remove items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Allows Duplicates</a:t>
            </a:r>
            <a:r>
              <a:rPr lang="en-US" dirty="0"/>
              <a:t> – Same value can appear multiple times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Can Store Different Data Types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45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384B-E149-87FE-5F85-B1AC2CF71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516"/>
            <a:ext cx="10515600" cy="58644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Creating a List</a:t>
            </a:r>
          </a:p>
          <a:p>
            <a:r>
              <a:rPr lang="en-US" dirty="0"/>
              <a:t>Lists are created using square brackets [ ].</a:t>
            </a:r>
          </a:p>
          <a:p>
            <a:pPr marL="0" indent="0">
              <a:buNone/>
            </a:pPr>
            <a:r>
              <a:rPr lang="en-US" dirty="0"/>
              <a:t>numbers = [10, 20, 30, 40]</a:t>
            </a:r>
          </a:p>
          <a:p>
            <a:pPr marL="0" indent="0">
              <a:buNone/>
            </a:pPr>
            <a:r>
              <a:rPr lang="en-US" dirty="0"/>
              <a:t>print(numbers)</a:t>
            </a:r>
          </a:p>
          <a:p>
            <a:pPr marL="0" indent="0">
              <a:buNone/>
            </a:pPr>
            <a:r>
              <a:rPr lang="en-US" b="1" dirty="0"/>
              <a:t>Accessing List Elements (Indexing)</a:t>
            </a:r>
          </a:p>
          <a:p>
            <a:pPr marL="0" indent="0">
              <a:buNone/>
            </a:pPr>
            <a:r>
              <a:rPr lang="en-US" dirty="0"/>
              <a:t>Each item has an index starting from </a:t>
            </a:r>
            <a:r>
              <a:rPr lang="en-US" b="1" dirty="0"/>
              <a:t>0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fr-FR" dirty="0"/>
              <a:t>fruits = ["</a:t>
            </a:r>
            <a:r>
              <a:rPr lang="fr-FR" dirty="0" err="1"/>
              <a:t>apple</a:t>
            </a:r>
            <a:r>
              <a:rPr lang="fr-FR" dirty="0"/>
              <a:t>", "banana", "cherry"]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(fruits[0])   # </a:t>
            </a:r>
            <a:r>
              <a:rPr lang="fr-FR" dirty="0" err="1"/>
              <a:t>apple</a:t>
            </a: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(fruits[1])   # banana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i="1" dirty="0"/>
              <a:t>You can also use negative indexing:</a:t>
            </a:r>
          </a:p>
          <a:p>
            <a:pPr marL="0" indent="0">
              <a:buNone/>
            </a:pPr>
            <a:r>
              <a:rPr lang="en-US" dirty="0"/>
              <a:t>print(fruits[-1])  # cherry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18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0963-E314-03BD-B759-A5DA29C13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D7DA8-77F9-F71A-F8DD-6CA483D50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Modifying a List (Mutable)</a:t>
            </a:r>
          </a:p>
          <a:p>
            <a:pPr marL="0" indent="0">
              <a:buNone/>
            </a:pPr>
            <a:r>
              <a:rPr lang="en-US" dirty="0"/>
              <a:t>You can change values in a list.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fruits = ["apple", "banana", "cherry"]</a:t>
            </a:r>
          </a:p>
          <a:p>
            <a:pPr marL="0" indent="0">
              <a:buNone/>
            </a:pPr>
            <a:r>
              <a:rPr lang="en-US" dirty="0"/>
              <a:t>fruits[1] = "mango"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print(fruits)</a:t>
            </a:r>
          </a:p>
          <a:p>
            <a:pPr marL="0" indent="0">
              <a:buNone/>
            </a:pPr>
            <a:r>
              <a:rPr lang="en-US" dirty="0"/>
              <a:t># ['apple', 'mango', 'cherry']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13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AB4F4-67FE-B45E-8A9F-61C12271F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969" y="868101"/>
            <a:ext cx="10515600" cy="53783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Adding Items</a:t>
            </a:r>
          </a:p>
          <a:p>
            <a:pPr marL="0" indent="0">
              <a:buNone/>
            </a:pPr>
            <a:r>
              <a:rPr lang="en-US" dirty="0"/>
              <a:t>➤ append() – adds one item at the end</a:t>
            </a:r>
          </a:p>
          <a:p>
            <a:pPr marL="0" indent="0">
              <a:buNone/>
            </a:pPr>
            <a:r>
              <a:rPr lang="en-US" dirty="0" err="1"/>
              <a:t>fruits.append</a:t>
            </a:r>
            <a:r>
              <a:rPr lang="en-US" dirty="0"/>
              <a:t>("orange")</a:t>
            </a:r>
          </a:p>
          <a:p>
            <a:pPr marL="0" indent="0">
              <a:buNone/>
            </a:pPr>
            <a:r>
              <a:rPr lang="en-US" dirty="0"/>
              <a:t>➤ insert() – adds item at specific position</a:t>
            </a:r>
          </a:p>
          <a:p>
            <a:pPr marL="0" indent="0">
              <a:buNone/>
            </a:pPr>
            <a:r>
              <a:rPr lang="en-US" dirty="0" err="1"/>
              <a:t>fruits.insert</a:t>
            </a:r>
            <a:r>
              <a:rPr lang="en-US" dirty="0"/>
              <a:t>(1, "grapes")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Removing Items</a:t>
            </a:r>
          </a:p>
          <a:p>
            <a:pPr marL="0" indent="0">
              <a:buNone/>
            </a:pPr>
            <a:r>
              <a:rPr lang="en-US" dirty="0"/>
              <a:t>➤ remove() – removes specific value</a:t>
            </a:r>
          </a:p>
          <a:p>
            <a:pPr marL="0" indent="0">
              <a:buNone/>
            </a:pPr>
            <a:r>
              <a:rPr lang="en-US" dirty="0" err="1"/>
              <a:t>fruits.remove</a:t>
            </a:r>
            <a:r>
              <a:rPr lang="en-US" dirty="0"/>
              <a:t>("apple")</a:t>
            </a:r>
          </a:p>
          <a:p>
            <a:pPr marL="0" indent="0">
              <a:buNone/>
            </a:pPr>
            <a:r>
              <a:rPr lang="en-US" dirty="0"/>
              <a:t>➤ pop() – removes by index</a:t>
            </a:r>
          </a:p>
          <a:p>
            <a:pPr marL="0" indent="0">
              <a:buNone/>
            </a:pPr>
            <a:r>
              <a:rPr lang="en-US" dirty="0" err="1"/>
              <a:t>fruits.pop</a:t>
            </a:r>
            <a:r>
              <a:rPr lang="en-US" dirty="0"/>
              <a:t>(0)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00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87B4-A616-5287-2E0B-A2083003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EAD35-752F-BDF6-A2CE-ADCFE8CE0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Looping Through a List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students = ["Ana", "Ben", "Carlo"]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student in students:</a:t>
            </a:r>
          </a:p>
          <a:p>
            <a:pPr marL="0" indent="0">
              <a:buNone/>
            </a:pPr>
            <a:r>
              <a:rPr lang="en-US" dirty="0"/>
              <a:t>    print(student)</a:t>
            </a:r>
          </a:p>
        </p:txBody>
      </p:sp>
    </p:spTree>
    <p:extLst>
      <p:ext uri="{BB962C8B-B14F-4D97-AF65-F5344CB8AC3E}">
        <p14:creationId xmlns:p14="http://schemas.microsoft.com/office/powerpoint/2010/main" val="215158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54E7-9AB8-D9D0-E659-3543DB37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 Examples using list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3952B-EFD9-034F-0719-96BE42D1F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Example 1: Storing Student Scores</a:t>
            </a:r>
          </a:p>
          <a:p>
            <a:pPr marL="0" indent="0">
              <a:buNone/>
            </a:pPr>
            <a:r>
              <a:rPr lang="en-US" dirty="0"/>
              <a:t>scores = [85, 90, 78, 92]</a:t>
            </a:r>
          </a:p>
          <a:p>
            <a:pPr marL="0" indent="0">
              <a:buNone/>
            </a:pPr>
            <a:r>
              <a:rPr lang="en-US" dirty="0"/>
              <a:t>print("Highest score:", max(scores))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2: Shopping Cart</a:t>
            </a:r>
          </a:p>
          <a:p>
            <a:pPr marL="0" indent="0">
              <a:buNone/>
            </a:pPr>
            <a:r>
              <a:rPr lang="en-US" dirty="0"/>
              <a:t>cart = ["milk", "bread", "eggs"]</a:t>
            </a:r>
          </a:p>
          <a:p>
            <a:pPr marL="0" indent="0">
              <a:buNone/>
            </a:pPr>
            <a:r>
              <a:rPr lang="en-US" dirty="0" err="1"/>
              <a:t>cart.append</a:t>
            </a:r>
            <a:r>
              <a:rPr lang="en-US" dirty="0"/>
              <a:t>("butter")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print(cart)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668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E155A-6433-A5E7-4115-D3D3D6AC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7C7F7-E56C-1816-BE19-B10932373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Summary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list</a:t>
            </a:r>
            <a:r>
              <a:rPr lang="en-US" dirty="0"/>
              <a:t> in Python is:</a:t>
            </a:r>
          </a:p>
          <a:p>
            <a:r>
              <a:rPr lang="en-US" dirty="0"/>
              <a:t>A collection of items</a:t>
            </a:r>
          </a:p>
          <a:p>
            <a:r>
              <a:rPr lang="en-US" dirty="0"/>
              <a:t>Ordered</a:t>
            </a:r>
          </a:p>
          <a:p>
            <a:r>
              <a:rPr lang="en-US" dirty="0"/>
              <a:t>Changeable (mutable)</a:t>
            </a:r>
          </a:p>
          <a:p>
            <a:r>
              <a:rPr lang="en-US" dirty="0"/>
              <a:t>Allows duplicate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23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0738-FEB8-58A5-71F4-91DF4615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BF0D0-BF69-559F-9B33-9518334BC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tuple</a:t>
            </a:r>
            <a:r>
              <a:rPr lang="en-US" dirty="0"/>
              <a:t> is a built-in data structure used to store multiple items in one variable — similar to a list, but </a:t>
            </a:r>
            <a:r>
              <a:rPr lang="en-US" b="1" dirty="0"/>
              <a:t>it cannot be changed</a:t>
            </a:r>
            <a:r>
              <a:rPr lang="en-US" dirty="0"/>
              <a:t> after creation.</a:t>
            </a:r>
          </a:p>
          <a:p>
            <a:pPr marL="0" indent="0">
              <a:buNone/>
            </a:pPr>
            <a:r>
              <a:rPr lang="en-US" dirty="0"/>
              <a:t>Think of a tuple as a </a:t>
            </a:r>
            <a:r>
              <a:rPr lang="en-US" b="1" dirty="0"/>
              <a:t>sealed container</a:t>
            </a:r>
            <a:r>
              <a:rPr lang="en-US" dirty="0"/>
              <a:t>. Once created, its contents cannot be modified.</a:t>
            </a:r>
          </a:p>
        </p:txBody>
      </p:sp>
    </p:spTree>
    <p:extLst>
      <p:ext uri="{BB962C8B-B14F-4D97-AF65-F5344CB8AC3E}">
        <p14:creationId xmlns:p14="http://schemas.microsoft.com/office/powerpoint/2010/main" val="2908274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E4F7-B556-1B07-E7AD-1AEBA665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FE2B2-7C36-C92F-2F94-58B1841BC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Characteristics of a Tuple</a:t>
            </a:r>
          </a:p>
          <a:p>
            <a:r>
              <a:rPr lang="en-US" dirty="0"/>
              <a:t>✅ </a:t>
            </a:r>
            <a:r>
              <a:rPr lang="en-US" b="1" dirty="0"/>
              <a:t>Ordered</a:t>
            </a:r>
            <a:r>
              <a:rPr lang="en-US" dirty="0"/>
              <a:t> – Items keep their position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Immutable</a:t>
            </a:r>
            <a:r>
              <a:rPr lang="en-US" dirty="0"/>
              <a:t> – Cannot be changed after creation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Allows Duplicates</a:t>
            </a:r>
            <a:br>
              <a:rPr lang="en-US" dirty="0"/>
            </a:br>
            <a:r>
              <a:rPr lang="en-US" dirty="0"/>
              <a:t>✅ Can store different data types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962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9F6CB-AD7D-F998-2910-CB6395B19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1413"/>
            <a:ext cx="10515600" cy="57255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Creating a Tuple</a:t>
            </a:r>
          </a:p>
          <a:p>
            <a:r>
              <a:rPr lang="en-US" dirty="0"/>
              <a:t>Tuples use </a:t>
            </a:r>
            <a:r>
              <a:rPr lang="en-US" b="1" dirty="0"/>
              <a:t>parentheses ( )</a:t>
            </a:r>
            <a:r>
              <a:rPr lang="en-US" dirty="0"/>
              <a:t>.\</a:t>
            </a:r>
          </a:p>
          <a:p>
            <a:pPr marL="0" indent="0">
              <a:buNone/>
            </a:pPr>
            <a:r>
              <a:rPr lang="en-US" dirty="0"/>
              <a:t>numbers = (10, 20, 30)</a:t>
            </a:r>
          </a:p>
          <a:p>
            <a:pPr marL="0" indent="0">
              <a:buNone/>
            </a:pPr>
            <a:r>
              <a:rPr lang="en-US" dirty="0"/>
              <a:t>print(numbers)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Accessing Tuple Elements</a:t>
            </a:r>
          </a:p>
          <a:p>
            <a:r>
              <a:rPr lang="en-US" dirty="0"/>
              <a:t>Indexing starts at </a:t>
            </a:r>
            <a:r>
              <a:rPr lang="en-US" b="1" dirty="0"/>
              <a:t>0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fr-FR" dirty="0"/>
              <a:t>fruits = ("</a:t>
            </a:r>
            <a:r>
              <a:rPr lang="fr-FR" dirty="0" err="1"/>
              <a:t>apple</a:t>
            </a:r>
            <a:r>
              <a:rPr lang="fr-FR" dirty="0"/>
              <a:t>", "banana", "cherry")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(fruits[0])   # </a:t>
            </a:r>
            <a:r>
              <a:rPr lang="fr-FR" dirty="0" err="1"/>
              <a:t>apple</a:t>
            </a: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(fruits[1])   # banana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dirty="0"/>
              <a:t>Negative indexing works too:</a:t>
            </a:r>
          </a:p>
          <a:p>
            <a:pPr marL="0" indent="0">
              <a:buNone/>
            </a:pPr>
            <a:r>
              <a:rPr lang="en-US" dirty="0"/>
              <a:t>print(fruits[-1])  # cherry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255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1A66-8896-8EF3-C227-412B026C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B9FCA-839F-BACF-0897-40767966D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 is Immutable</a:t>
            </a:r>
          </a:p>
          <a:p>
            <a:pPr marL="0" indent="0">
              <a:buNone/>
            </a:pPr>
            <a:r>
              <a:rPr lang="en-US" dirty="0"/>
              <a:t>You </a:t>
            </a:r>
            <a:r>
              <a:rPr lang="en-US" b="1" dirty="0"/>
              <a:t>cannot</a:t>
            </a:r>
            <a:r>
              <a:rPr lang="en-US" dirty="0"/>
              <a:t> change values:</a:t>
            </a:r>
          </a:p>
          <a:p>
            <a:pPr marL="0" indent="0">
              <a:buNone/>
            </a:pPr>
            <a:r>
              <a:rPr lang="en-US" b="1" dirty="0"/>
              <a:t>fruits = ("apple", "banana", "cherry")</a:t>
            </a:r>
          </a:p>
          <a:p>
            <a:pPr marL="0" indent="0">
              <a:buNone/>
            </a:pPr>
            <a:r>
              <a:rPr lang="en-US" b="1" dirty="0"/>
              <a:t>fruits[1] = "mango"   # ❌ Error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This will produce an error because tuples cannot be modified.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8459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BB27-06E5-A487-E96D-00FA0438C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C2B9E-39B5-F1D2-4110-8C88BCF3A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Looping Through a Tuple</a:t>
            </a:r>
          </a:p>
          <a:p>
            <a:pPr marL="0" indent="0">
              <a:buNone/>
            </a:pPr>
            <a:r>
              <a:rPr lang="en-US" dirty="0"/>
              <a:t>colors = ("red", "blue", "green")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color in colors:</a:t>
            </a:r>
          </a:p>
          <a:p>
            <a:pPr marL="0" indent="0">
              <a:buNone/>
            </a:pPr>
            <a:r>
              <a:rPr lang="en-US" dirty="0"/>
              <a:t>    print(color)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When to Use a Tuple</a:t>
            </a:r>
          </a:p>
          <a:p>
            <a:r>
              <a:rPr lang="en-US" dirty="0"/>
              <a:t>Use a tuple when:</a:t>
            </a:r>
          </a:p>
          <a:p>
            <a:r>
              <a:rPr lang="en-US" dirty="0"/>
              <a:t>Data should NOT change</a:t>
            </a:r>
          </a:p>
          <a:p>
            <a:r>
              <a:rPr lang="en-US" dirty="0"/>
              <a:t>You want to protect data from modification</a:t>
            </a:r>
          </a:p>
          <a:p>
            <a:r>
              <a:rPr lang="en-US" dirty="0"/>
              <a:t>You are storing fixed values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627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886D7-CE52-86D0-ECD6-01156CADC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722"/>
            <a:ext cx="10515600" cy="51352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Example 1: GPS Coordinates (Fixed Data)</a:t>
            </a:r>
          </a:p>
          <a:p>
            <a:pPr marL="0" indent="0">
              <a:buNone/>
            </a:pPr>
            <a:r>
              <a:rPr lang="fr-FR" dirty="0"/>
              <a:t>location = (14.5995, 120.9842)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("Latitude:", location[0])</a:t>
            </a:r>
          </a:p>
          <a:p>
            <a:pPr marL="0" indent="0">
              <a:buNone/>
            </a:pPr>
            <a:r>
              <a:rPr lang="en-US" dirty="0"/>
              <a:t>Coordinates should not change — so tuple is ideal.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2: Days of the Week</a:t>
            </a:r>
          </a:p>
          <a:p>
            <a:pPr marL="0" indent="0">
              <a:buNone/>
            </a:pPr>
            <a:r>
              <a:rPr lang="en-US" dirty="0"/>
              <a:t>days = ("Monday", "Tuesday", "Wednesday", </a:t>
            </a:r>
          </a:p>
          <a:p>
            <a:pPr marL="0" indent="0">
              <a:buNone/>
            </a:pPr>
            <a:r>
              <a:rPr lang="en-US" dirty="0"/>
              <a:t>        "Thursday", "Friday", "Saturday", "Sunday")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print(days[5])   # Saturday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Days are constant — perfect for a tuple.</a:t>
            </a:r>
          </a:p>
        </p:txBody>
      </p:sp>
    </p:spTree>
    <p:extLst>
      <p:ext uri="{BB962C8B-B14F-4D97-AF65-F5344CB8AC3E}">
        <p14:creationId xmlns:p14="http://schemas.microsoft.com/office/powerpoint/2010/main" val="394696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312CB-2142-6053-75C9-12D3EF52A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0F18-6E7C-BBAB-7D2D-4755FD850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tuple</a:t>
            </a:r>
            <a:r>
              <a:rPr lang="en-US" dirty="0"/>
              <a:t> is:</a:t>
            </a:r>
          </a:p>
          <a:p>
            <a:r>
              <a:rPr lang="en-US" dirty="0"/>
              <a:t>Ordered</a:t>
            </a:r>
          </a:p>
          <a:p>
            <a:r>
              <a:rPr lang="en-US" dirty="0"/>
              <a:t>Immutable</a:t>
            </a:r>
          </a:p>
          <a:p>
            <a:r>
              <a:rPr lang="en-US" dirty="0"/>
              <a:t>Allows duplicates</a:t>
            </a:r>
          </a:p>
          <a:p>
            <a:r>
              <a:rPr lang="en-US" dirty="0"/>
              <a:t>Written using (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87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D32C-F4A9-A2C7-993A-2B9F5796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in Python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0F5CB-2134-DACE-E336-1E2640047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dirty="0"/>
              <a:t>set</a:t>
            </a:r>
            <a:r>
              <a:rPr lang="en-US" dirty="0"/>
              <a:t> is a built-in data structure used to store </a:t>
            </a:r>
            <a:r>
              <a:rPr lang="en-US" b="1" dirty="0"/>
              <a:t>multiple unique items</a:t>
            </a:r>
            <a:r>
              <a:rPr lang="en-US" dirty="0"/>
              <a:t> in a single variable.</a:t>
            </a:r>
          </a:p>
          <a:p>
            <a:r>
              <a:rPr lang="en-US" dirty="0"/>
              <a:t>Think of a set like a </a:t>
            </a:r>
            <a:r>
              <a:rPr lang="en-US" b="1" dirty="0"/>
              <a:t>collection of unique objects</a:t>
            </a:r>
            <a:r>
              <a:rPr lang="en-US" dirty="0"/>
              <a:t> — duplicates are automatically removed.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Characteristics of a Set</a:t>
            </a:r>
          </a:p>
          <a:p>
            <a:pPr marL="0" indent="0">
              <a:buNone/>
            </a:pPr>
            <a:r>
              <a:rPr lang="en-US" dirty="0"/>
              <a:t>✅ </a:t>
            </a:r>
            <a:r>
              <a:rPr lang="en-US" b="1" dirty="0"/>
              <a:t>Unordered</a:t>
            </a:r>
            <a:r>
              <a:rPr lang="en-US" dirty="0"/>
              <a:t> – Items do not have a fixed position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No Duplicates Allowed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Mutable</a:t>
            </a:r>
            <a:r>
              <a:rPr lang="en-US" dirty="0"/>
              <a:t> – You can add or remove items</a:t>
            </a:r>
            <a:br>
              <a:rPr lang="en-US" dirty="0"/>
            </a:br>
            <a:r>
              <a:rPr lang="en-US" dirty="0"/>
              <a:t>❌ No indexing (because unordered)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165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8171C-6871-EE09-AFF2-1CF4C1C53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C8812-CFF8-944F-385D-FB53AACD6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Creating a Set</a:t>
            </a:r>
          </a:p>
          <a:p>
            <a:pPr marL="0" indent="0">
              <a:buNone/>
            </a:pPr>
            <a:r>
              <a:rPr lang="en-US" dirty="0"/>
              <a:t>Sets are created using curly braces { }.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numbers = {1, 2, 3, 4}</a:t>
            </a:r>
          </a:p>
          <a:p>
            <a:pPr marL="0" indent="0">
              <a:buNone/>
            </a:pPr>
            <a:r>
              <a:rPr lang="en-US" dirty="0"/>
              <a:t>print(numbers)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duplicates are included, Python removes them: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values = {1, 2, 2, 3, 3, 3}</a:t>
            </a:r>
          </a:p>
          <a:p>
            <a:pPr marL="0" indent="0">
              <a:buNone/>
            </a:pPr>
            <a:r>
              <a:rPr lang="en-US" dirty="0"/>
              <a:t>print(values)   # {1, 2, 3}</a:t>
            </a:r>
          </a:p>
        </p:txBody>
      </p:sp>
    </p:spTree>
    <p:extLst>
      <p:ext uri="{BB962C8B-B14F-4D97-AF65-F5344CB8AC3E}">
        <p14:creationId xmlns:p14="http://schemas.microsoft.com/office/powerpoint/2010/main" val="2168666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8741-728D-E142-3D3F-BF43A232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CFF91-414C-C3AB-D811-9F0BC9AF8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Accessing Set Elements</a:t>
            </a:r>
          </a:p>
          <a:p>
            <a:pPr marL="0" indent="0">
              <a:buNone/>
            </a:pPr>
            <a:r>
              <a:rPr lang="en-US" dirty="0"/>
              <a:t>You </a:t>
            </a:r>
            <a:r>
              <a:rPr lang="en-US" b="1" dirty="0"/>
              <a:t>cannot use indexing</a:t>
            </a:r>
            <a:r>
              <a:rPr lang="en-US" dirty="0"/>
              <a:t> like set[0] because sets are unordered.</a:t>
            </a:r>
          </a:p>
          <a:p>
            <a:pPr marL="0" indent="0">
              <a:buNone/>
            </a:pPr>
            <a:r>
              <a:rPr lang="en-US" dirty="0"/>
              <a:t>But you can loop through a set: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colors = {"red", "blue", "green"}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color in colors:</a:t>
            </a:r>
          </a:p>
          <a:p>
            <a:pPr marL="0" indent="0">
              <a:buNone/>
            </a:pPr>
            <a:r>
              <a:rPr lang="en-US" dirty="0"/>
              <a:t>    print(color)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958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099E-BAF3-5084-7307-37A06F0BE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1217E-27A4-2095-D4C6-274BD5706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Adding Items to a Set</a:t>
            </a:r>
          </a:p>
          <a:p>
            <a:pPr marL="0" indent="0">
              <a:buNone/>
            </a:pPr>
            <a:r>
              <a:rPr lang="en-US" b="1" dirty="0"/>
              <a:t>➤ add() – Adds one item</a:t>
            </a:r>
          </a:p>
          <a:p>
            <a:pPr marL="0" indent="0">
              <a:buNone/>
            </a:pPr>
            <a:r>
              <a:rPr lang="en-US" dirty="0"/>
              <a:t>fruits = {"apple", "banana"}</a:t>
            </a:r>
          </a:p>
          <a:p>
            <a:pPr marL="0" indent="0">
              <a:buNone/>
            </a:pPr>
            <a:r>
              <a:rPr lang="en-US" dirty="0" err="1"/>
              <a:t>fruits.add</a:t>
            </a:r>
            <a:r>
              <a:rPr lang="en-US" dirty="0"/>
              <a:t>("orange")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print(fruits)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Removing Items from a Set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➤ remove() – Removes specific item</a:t>
            </a:r>
          </a:p>
          <a:p>
            <a:pPr marL="0" indent="0">
              <a:buNone/>
            </a:pPr>
            <a:r>
              <a:rPr lang="en-US" b="1" dirty="0" err="1"/>
              <a:t>fruits.remove</a:t>
            </a:r>
            <a:r>
              <a:rPr lang="en-US" b="1" dirty="0"/>
              <a:t>("banana")</a:t>
            </a:r>
          </a:p>
          <a:p>
            <a:pPr marL="0" indent="0">
              <a:buNone/>
            </a:pPr>
            <a:r>
              <a:rPr lang="en-US" b="1" dirty="0"/>
              <a:t>print(fruits)</a:t>
            </a:r>
          </a:p>
        </p:txBody>
      </p:sp>
    </p:spTree>
    <p:extLst>
      <p:ext uri="{BB962C8B-B14F-4D97-AF65-F5344CB8AC3E}">
        <p14:creationId xmlns:p14="http://schemas.microsoft.com/office/powerpoint/2010/main" val="1762298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E75D-3DBD-A4D0-4119-331AAF5E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E4C56-B3F6-8FA6-F7FF-B41A094E7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Set Operations (Very Powerful Feature)</a:t>
            </a:r>
          </a:p>
          <a:p>
            <a:r>
              <a:rPr lang="en-US" dirty="0"/>
              <a:t>Sets are commonly used in mathematics.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➤ Union (combine sets)</a:t>
            </a:r>
          </a:p>
          <a:p>
            <a:pPr marL="0" indent="0">
              <a:buNone/>
            </a:pPr>
            <a:r>
              <a:rPr lang="en-US" dirty="0"/>
              <a:t>A = {1, 2, 3}</a:t>
            </a:r>
          </a:p>
          <a:p>
            <a:pPr marL="0" indent="0">
              <a:buNone/>
            </a:pPr>
            <a:r>
              <a:rPr lang="en-US" dirty="0"/>
              <a:t>B = {3, 4, 5}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print(A | B)   # {1, 2, 3, 4, 5}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791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74A3-4CC3-4C39-E037-D2D530E1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CE37C-BD40-347A-0C86-96FC1E098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➤ Intersection (common elements)</a:t>
            </a:r>
          </a:p>
          <a:p>
            <a:pPr marL="0" indent="0">
              <a:buNone/>
            </a:pPr>
            <a:r>
              <a:rPr lang="en-US" dirty="0"/>
              <a:t>print(A &amp; B)   # {3}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➤ Difference (items in A not in B)</a:t>
            </a:r>
          </a:p>
          <a:p>
            <a:pPr marL="0" indent="0">
              <a:buNone/>
            </a:pPr>
            <a:r>
              <a:rPr lang="en-US" dirty="0"/>
              <a:t>print(A - B)   # {1, 2}</a:t>
            </a:r>
          </a:p>
        </p:txBody>
      </p:sp>
    </p:spTree>
    <p:extLst>
      <p:ext uri="{BB962C8B-B14F-4D97-AF65-F5344CB8AC3E}">
        <p14:creationId xmlns:p14="http://schemas.microsoft.com/office/powerpoint/2010/main" val="2380450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BEEF-DA01-5596-1AB2-548AFA91C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9F08E-1B16-9073-86F7-CA52D9A78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1: Unique Student IDs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student_ids</a:t>
            </a:r>
            <a:r>
              <a:rPr lang="en-US" dirty="0"/>
              <a:t> = {1001, 1002, 1003, 1002}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student_ids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Duplicate IDs are automatically removed.</a:t>
            </a:r>
          </a:p>
        </p:txBody>
      </p:sp>
    </p:spTree>
    <p:extLst>
      <p:ext uri="{BB962C8B-B14F-4D97-AF65-F5344CB8AC3E}">
        <p14:creationId xmlns:p14="http://schemas.microsoft.com/office/powerpoint/2010/main" val="3927423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BFA24-A4CE-9BFD-347D-4939749D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060B6-C523-EB80-7E2E-0057F1E6F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2: Common Interests Between Two People</a:t>
            </a:r>
          </a:p>
          <a:p>
            <a:pPr marL="0" indent="0">
              <a:buNone/>
            </a:pPr>
            <a:r>
              <a:rPr lang="en-US" dirty="0"/>
              <a:t>person1 = {"music", "sports", "reading"}</a:t>
            </a:r>
          </a:p>
          <a:p>
            <a:pPr marL="0" indent="0">
              <a:buNone/>
            </a:pPr>
            <a:r>
              <a:rPr lang="en-US" dirty="0"/>
              <a:t>person2 = {"sports", "travel", "music"}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common = person1 &amp; person2</a:t>
            </a:r>
          </a:p>
          <a:p>
            <a:pPr marL="0" indent="0">
              <a:buNone/>
            </a:pPr>
            <a:r>
              <a:rPr lang="en-US" dirty="0"/>
              <a:t>print(common)</a:t>
            </a:r>
          </a:p>
        </p:txBody>
      </p:sp>
    </p:spTree>
    <p:extLst>
      <p:ext uri="{BB962C8B-B14F-4D97-AF65-F5344CB8AC3E}">
        <p14:creationId xmlns:p14="http://schemas.microsoft.com/office/powerpoint/2010/main" val="990701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46A5-7363-9DF1-E7D6-3D288741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00109-0997-CECD-5D5C-356EBB553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When to Use a Set</a:t>
            </a:r>
          </a:p>
          <a:p>
            <a:r>
              <a:rPr lang="en-US" dirty="0"/>
              <a:t>Use a set when:</a:t>
            </a:r>
          </a:p>
          <a:p>
            <a:r>
              <a:rPr lang="en-US" dirty="0"/>
              <a:t>You need </a:t>
            </a:r>
            <a:r>
              <a:rPr lang="en-US" b="1" dirty="0"/>
              <a:t>unique values</a:t>
            </a:r>
            <a:endParaRPr lang="en-US" dirty="0"/>
          </a:p>
          <a:p>
            <a:r>
              <a:rPr lang="en-US" dirty="0"/>
              <a:t>You need to perform </a:t>
            </a:r>
            <a:r>
              <a:rPr lang="en-US" b="1" dirty="0"/>
              <a:t>mathematical operations</a:t>
            </a:r>
            <a:endParaRPr lang="en-US" dirty="0"/>
          </a:p>
          <a:p>
            <a:r>
              <a:rPr lang="en-US" dirty="0"/>
              <a:t>Order does not matter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595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AE6F-C40C-3F46-59E9-3935B7F39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9A59C-A302-57A4-F455-91E28DEC0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Summary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set</a:t>
            </a:r>
            <a:r>
              <a:rPr lang="en-US" dirty="0"/>
              <a:t> in Python is:</a:t>
            </a:r>
          </a:p>
          <a:p>
            <a:r>
              <a:rPr lang="en-US" dirty="0"/>
              <a:t>Unordered</a:t>
            </a:r>
          </a:p>
          <a:p>
            <a:r>
              <a:rPr lang="en-US" dirty="0"/>
              <a:t>Mutable</a:t>
            </a:r>
          </a:p>
          <a:p>
            <a:r>
              <a:rPr lang="en-US" dirty="0"/>
              <a:t>Does NOT allow duplicates</a:t>
            </a:r>
          </a:p>
          <a:p>
            <a:r>
              <a:rPr lang="en-US" dirty="0"/>
              <a:t>Great for mathematical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573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0E25-60D0-71B2-2CAE-737DA6E1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1E5E1-618C-78E5-20A2-527695AD1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dictionary</a:t>
            </a:r>
            <a:r>
              <a:rPr lang="en-US" dirty="0"/>
              <a:t> is a built-in data structure used to store data in </a:t>
            </a:r>
            <a:r>
              <a:rPr lang="en-US" b="1" dirty="0"/>
              <a:t>key–value pairs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Think of a dictionary like a </a:t>
            </a:r>
            <a:r>
              <a:rPr lang="en-US" b="1" dirty="0"/>
              <a:t>real-world dictionary</a:t>
            </a:r>
            <a:r>
              <a:rPr lang="en-US" dirty="0"/>
              <a:t>:</a:t>
            </a:r>
          </a:p>
          <a:p>
            <a:r>
              <a:rPr lang="en-US" dirty="0"/>
              <a:t>The </a:t>
            </a:r>
            <a:r>
              <a:rPr lang="en-US" b="1" dirty="0"/>
              <a:t>word</a:t>
            </a:r>
            <a:r>
              <a:rPr lang="en-US" dirty="0"/>
              <a:t> is the </a:t>
            </a:r>
            <a:r>
              <a:rPr lang="en-US" i="1" dirty="0"/>
              <a:t>key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definition</a:t>
            </a:r>
            <a:r>
              <a:rPr lang="en-US" dirty="0"/>
              <a:t> is the </a:t>
            </a:r>
            <a:r>
              <a:rPr lang="en-US" i="1" dirty="0"/>
              <a:t>value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488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129D-378D-303A-2AA6-374D7C67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0ADD-E21B-F1C4-D639-7480B0988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Characteristics of a Dictionary</a:t>
            </a:r>
          </a:p>
          <a:p>
            <a:pPr marL="0" indent="0">
              <a:buNone/>
            </a:pPr>
            <a:r>
              <a:rPr lang="en-US" dirty="0"/>
              <a:t>✅ Stores data in </a:t>
            </a:r>
            <a:r>
              <a:rPr lang="en-US" b="1" dirty="0"/>
              <a:t>key : value</a:t>
            </a:r>
            <a:r>
              <a:rPr lang="en-US" dirty="0"/>
              <a:t> format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Ordered</a:t>
            </a:r>
            <a:r>
              <a:rPr lang="en-US" dirty="0"/>
              <a:t> (in modern Python versions)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Mutable</a:t>
            </a:r>
            <a:r>
              <a:rPr lang="en-US" dirty="0"/>
              <a:t> (can change, add, remove items)</a:t>
            </a:r>
            <a:br>
              <a:rPr lang="en-US" dirty="0"/>
            </a:br>
            <a:r>
              <a:rPr lang="en-US" dirty="0"/>
              <a:t>❌ Keys must be </a:t>
            </a:r>
            <a:r>
              <a:rPr lang="en-US" b="1" dirty="0"/>
              <a:t>unique</a:t>
            </a:r>
            <a:br>
              <a:rPr lang="en-US" dirty="0"/>
            </a:br>
            <a:r>
              <a:rPr lang="en-US" dirty="0"/>
              <a:t>❌ No duplicate keys allowed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6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06EC-CDEA-C741-FEE2-ED98D457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B7D1C-3302-0C6B-3403-ABCC9D77D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Creating a Dictionary</a:t>
            </a:r>
          </a:p>
          <a:p>
            <a:pPr marL="0" indent="0">
              <a:buNone/>
            </a:pPr>
            <a:r>
              <a:rPr lang="en-US" dirty="0"/>
              <a:t>Dictionaries use curly braces { }.</a:t>
            </a:r>
          </a:p>
          <a:p>
            <a:pPr marL="0" indent="0">
              <a:buNone/>
            </a:pPr>
            <a:r>
              <a:rPr lang="en-US" dirty="0"/>
              <a:t>student = {</a:t>
            </a:r>
          </a:p>
          <a:p>
            <a:pPr marL="0" indent="0">
              <a:buNone/>
            </a:pPr>
            <a:r>
              <a:rPr lang="en-US" dirty="0"/>
              <a:t>    "name": "Ana",</a:t>
            </a:r>
          </a:p>
          <a:p>
            <a:pPr marL="0" indent="0">
              <a:buNone/>
            </a:pPr>
            <a:r>
              <a:rPr lang="en-US" dirty="0"/>
              <a:t>    "age": 20,</a:t>
            </a:r>
          </a:p>
          <a:p>
            <a:pPr marL="0" indent="0">
              <a:buNone/>
            </a:pPr>
            <a:r>
              <a:rPr lang="en-US" dirty="0"/>
              <a:t>    "course": "BSIT"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print(student)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727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B079-3492-6C39-FF96-B49C17161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2282B-7CC8-A426-5E30-C1CCDA725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Accessing Values</a:t>
            </a:r>
          </a:p>
          <a:p>
            <a:pPr marL="0" indent="0">
              <a:buNone/>
            </a:pPr>
            <a:r>
              <a:rPr lang="en-US" dirty="0"/>
              <a:t>You access values using their </a:t>
            </a:r>
            <a:r>
              <a:rPr lang="en-US" b="1" dirty="0"/>
              <a:t>key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print(student["name"])   # Ana</a:t>
            </a:r>
          </a:p>
          <a:p>
            <a:pPr marL="0" indent="0">
              <a:buNone/>
            </a:pPr>
            <a:r>
              <a:rPr lang="en-US" dirty="0"/>
              <a:t>print(student["age"])    # 20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also use .get():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student.get</a:t>
            </a:r>
            <a:r>
              <a:rPr lang="en-US" dirty="0"/>
              <a:t>("course"))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07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061F-127D-86F6-5126-BD0E5CC0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E90FF-949E-C920-327F-3A7327B9B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Modifying a Dictionary</a:t>
            </a:r>
          </a:p>
          <a:p>
            <a:r>
              <a:rPr lang="en-US" dirty="0"/>
              <a:t>You can change a value:</a:t>
            </a:r>
          </a:p>
          <a:p>
            <a:pPr marL="0" indent="0">
              <a:buNone/>
            </a:pPr>
            <a:r>
              <a:rPr lang="en-US" dirty="0"/>
              <a:t>student["age"] = 21</a:t>
            </a:r>
          </a:p>
          <a:p>
            <a:pPr marL="0" indent="0">
              <a:buNone/>
            </a:pPr>
            <a:r>
              <a:rPr lang="en-US" dirty="0"/>
              <a:t>print(student)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Adding New Items</a:t>
            </a:r>
          </a:p>
          <a:p>
            <a:pPr marL="0" indent="0">
              <a:buNone/>
            </a:pPr>
            <a:r>
              <a:rPr lang="en-US" dirty="0"/>
              <a:t>student["year"] = "2nd Year"</a:t>
            </a:r>
          </a:p>
          <a:p>
            <a:pPr marL="0" indent="0">
              <a:buNone/>
            </a:pPr>
            <a:r>
              <a:rPr lang="en-US" dirty="0"/>
              <a:t>print(student)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228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5655-28BE-00EA-B096-E8F7295D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7EB6-F7F0-2511-5546-85C77BAB2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Removing Items</a:t>
            </a:r>
          </a:p>
          <a:p>
            <a:pPr marL="0" indent="0">
              <a:buNone/>
            </a:pPr>
            <a:r>
              <a:rPr lang="en-US" dirty="0" err="1"/>
              <a:t>student.pop</a:t>
            </a:r>
            <a:r>
              <a:rPr lang="en-US" dirty="0"/>
              <a:t>("age")</a:t>
            </a:r>
          </a:p>
          <a:p>
            <a:pPr marL="0" indent="0">
              <a:buNone/>
            </a:pPr>
            <a:r>
              <a:rPr lang="en-US" dirty="0"/>
              <a:t>print(student)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➤ del</a:t>
            </a:r>
          </a:p>
          <a:p>
            <a:pPr marL="0" indent="0">
              <a:buNone/>
            </a:pPr>
            <a:r>
              <a:rPr lang="en-US" dirty="0"/>
              <a:t>del student["course"]</a:t>
            </a:r>
          </a:p>
        </p:txBody>
      </p:sp>
    </p:spTree>
    <p:extLst>
      <p:ext uri="{BB962C8B-B14F-4D97-AF65-F5344CB8AC3E}">
        <p14:creationId xmlns:p14="http://schemas.microsoft.com/office/powerpoint/2010/main" val="3356233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DCAAF-D470-D75E-9767-CB6D800F7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AE97-3F72-7AE0-409A-0474463FC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Looping Through a Dictionary</a:t>
            </a:r>
          </a:p>
          <a:p>
            <a:pPr marL="0" indent="0">
              <a:buNone/>
            </a:pPr>
            <a:r>
              <a:rPr lang="en-US" b="1" dirty="0"/>
              <a:t>➤ Loop through keys</a:t>
            </a:r>
          </a:p>
          <a:p>
            <a:pPr marL="0" indent="0">
              <a:buNone/>
            </a:pPr>
            <a:r>
              <a:rPr lang="en-US" b="1" dirty="0"/>
              <a:t>for key in student:</a:t>
            </a:r>
          </a:p>
          <a:p>
            <a:pPr marL="0" indent="0">
              <a:buNone/>
            </a:pPr>
            <a:r>
              <a:rPr lang="en-US" b="1" dirty="0"/>
              <a:t>    print(key)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➤ Loop through both key and value</a:t>
            </a:r>
          </a:p>
          <a:p>
            <a:pPr marL="0" indent="0">
              <a:buNone/>
            </a:pPr>
            <a:r>
              <a:rPr lang="en-US" dirty="0"/>
              <a:t>for key, value in </a:t>
            </a:r>
            <a:r>
              <a:rPr lang="en-US" dirty="0" err="1"/>
              <a:t>student.items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print(key, ":", value)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48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E2AD-2A4E-8EAC-BEA3-BA1B72A1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2C012-868E-9C7C-B5E4-8B93E2BB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Example 1: Student Record</a:t>
            </a:r>
          </a:p>
          <a:p>
            <a:endParaRPr lang="en-US" dirty="0"/>
          </a:p>
          <a:p>
            <a:pPr marL="0" indent="0">
              <a:buNone/>
            </a:pPr>
            <a:r>
              <a:rPr lang="nl-NL" dirty="0"/>
              <a:t>student = {</a:t>
            </a:r>
          </a:p>
          <a:p>
            <a:pPr marL="0" indent="0">
              <a:buNone/>
            </a:pPr>
            <a:r>
              <a:rPr lang="nl-NL" dirty="0"/>
              <a:t>    "id": 2024001,</a:t>
            </a:r>
          </a:p>
          <a:p>
            <a:pPr marL="0" indent="0">
              <a:buNone/>
            </a:pPr>
            <a:r>
              <a:rPr lang="nl-NL" dirty="0"/>
              <a:t>    "name": "Ben Cruz",</a:t>
            </a:r>
          </a:p>
          <a:p>
            <a:pPr marL="0" indent="0">
              <a:buNone/>
            </a:pPr>
            <a:r>
              <a:rPr lang="nl-NL" dirty="0"/>
              <a:t>    "course": "BSIT",</a:t>
            </a:r>
          </a:p>
          <a:p>
            <a:pPr marL="0" indent="0">
              <a:buNone/>
            </a:pPr>
            <a:r>
              <a:rPr lang="nl-NL" dirty="0"/>
              <a:t>    "gpa": 1.75</a:t>
            </a:r>
          </a:p>
          <a:p>
            <a:pPr marL="0" indent="0">
              <a:buNone/>
            </a:pPr>
            <a:r>
              <a:rPr lang="nl-NL" dirty="0"/>
              <a:t>}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print("Student Name:", student["name"])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7253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FB825-0D5B-EA20-A1B5-636E2B6E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88EB-184F-292A-28A5-EBC72AFB9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Example 2: Product Information</a:t>
            </a:r>
          </a:p>
          <a:p>
            <a:pPr marL="0" indent="0">
              <a:buNone/>
            </a:pPr>
            <a:r>
              <a:rPr lang="en-US" dirty="0"/>
              <a:t>product = {</a:t>
            </a:r>
          </a:p>
          <a:p>
            <a:pPr marL="0" indent="0">
              <a:buNone/>
            </a:pPr>
            <a:r>
              <a:rPr lang="en-US" dirty="0"/>
              <a:t>    "name": "Laptop",</a:t>
            </a:r>
          </a:p>
          <a:p>
            <a:pPr marL="0" indent="0">
              <a:buNone/>
            </a:pPr>
            <a:r>
              <a:rPr lang="en-US" dirty="0"/>
              <a:t>    "price": 35000,</a:t>
            </a:r>
          </a:p>
          <a:p>
            <a:pPr marL="0" indent="0">
              <a:buNone/>
            </a:pPr>
            <a:r>
              <a:rPr lang="en-US" dirty="0"/>
              <a:t>    "stock": 10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print("Price:", product["price"])</a:t>
            </a:r>
          </a:p>
        </p:txBody>
      </p:sp>
    </p:spTree>
    <p:extLst>
      <p:ext uri="{BB962C8B-B14F-4D97-AF65-F5344CB8AC3E}">
        <p14:creationId xmlns:p14="http://schemas.microsoft.com/office/powerpoint/2010/main" val="15175665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FCC2C-E3C4-C2B0-B6B2-33578B3E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A9E88-9AE5-414E-F487-878614BB9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When to Use a Dictionary</a:t>
            </a:r>
          </a:p>
          <a:p>
            <a:r>
              <a:rPr lang="en-US" dirty="0"/>
              <a:t>Use a dictionary when:</a:t>
            </a:r>
          </a:p>
          <a:p>
            <a:r>
              <a:rPr lang="en-US" dirty="0"/>
              <a:t>You need to store </a:t>
            </a:r>
            <a:r>
              <a:rPr lang="en-US" b="1" dirty="0"/>
              <a:t>related data</a:t>
            </a:r>
            <a:endParaRPr lang="en-US" dirty="0"/>
          </a:p>
          <a:p>
            <a:r>
              <a:rPr lang="en-US" dirty="0"/>
              <a:t>You want to access data using a </a:t>
            </a:r>
            <a:r>
              <a:rPr lang="en-US" b="1" dirty="0"/>
              <a:t>unique key</a:t>
            </a:r>
            <a:endParaRPr lang="en-US" dirty="0"/>
          </a:p>
          <a:p>
            <a:r>
              <a:rPr lang="en-US" dirty="0"/>
              <a:t>You need fast lookups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340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6AFCC-DC7E-2A85-D927-D804115BB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F3F1A-2D71-54F0-26C5-39952FCA4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Summary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dictionary</a:t>
            </a:r>
            <a:r>
              <a:rPr lang="en-US" dirty="0"/>
              <a:t> in Python:</a:t>
            </a:r>
          </a:p>
          <a:p>
            <a:r>
              <a:rPr lang="en-US" dirty="0"/>
              <a:t>Stores data in </a:t>
            </a:r>
            <a:r>
              <a:rPr lang="en-US" b="1" dirty="0"/>
              <a:t>key–value pairs</a:t>
            </a:r>
            <a:endParaRPr lang="en-US" dirty="0"/>
          </a:p>
          <a:p>
            <a:r>
              <a:rPr lang="en-US" dirty="0"/>
              <a:t>Is </a:t>
            </a:r>
            <a:r>
              <a:rPr lang="en-US" b="1" dirty="0"/>
              <a:t>mutable</a:t>
            </a:r>
            <a:endParaRPr lang="en-US" dirty="0"/>
          </a:p>
          <a:p>
            <a:r>
              <a:rPr lang="en-US" dirty="0"/>
              <a:t>Has </a:t>
            </a:r>
            <a:r>
              <a:rPr lang="en-US" b="1" dirty="0"/>
              <a:t>unique keys</a:t>
            </a:r>
            <a:endParaRPr lang="en-US" dirty="0"/>
          </a:p>
          <a:p>
            <a:r>
              <a:rPr lang="en-US" dirty="0"/>
              <a:t>Is useful for structured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045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146</TotalTime>
  <Words>1621</Words>
  <Application>Microsoft Office PowerPoint</Application>
  <PresentationFormat>Widescreen</PresentationFormat>
  <Paragraphs>280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Gill Sans MT</vt:lpstr>
      <vt:lpstr>Gallery</vt:lpstr>
      <vt:lpstr>Python Data Structure</vt:lpstr>
      <vt:lpstr>What is a Python Data Structure?</vt:lpstr>
      <vt:lpstr>Built-in Python Data Structures</vt:lpstr>
      <vt:lpstr>List</vt:lpstr>
      <vt:lpstr>PowerPoint Presentation</vt:lpstr>
      <vt:lpstr>PowerPoint Presentation</vt:lpstr>
      <vt:lpstr>PowerPoint Presentation</vt:lpstr>
      <vt:lpstr>PowerPoint Presentation</vt:lpstr>
      <vt:lpstr>Real-Life Examples using list in python</vt:lpstr>
      <vt:lpstr>PowerPoint Presentation</vt:lpstr>
      <vt:lpstr>TUPLE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 in Python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Real-Life Examples</vt:lpstr>
      <vt:lpstr>PowerPoint Presentation</vt:lpstr>
      <vt:lpstr>PowerPoint Presentation</vt:lpstr>
      <vt:lpstr>PowerPoint Presentation</vt:lpstr>
      <vt:lpstr>Dictionary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Real-Life Examples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Caballero</dc:creator>
  <cp:lastModifiedBy>Dave Caballero</cp:lastModifiedBy>
  <cp:revision>6</cp:revision>
  <dcterms:created xsi:type="dcterms:W3CDTF">2026-02-24T21:10:47Z</dcterms:created>
  <dcterms:modified xsi:type="dcterms:W3CDTF">2026-02-25T06:28:49Z</dcterms:modified>
</cp:coreProperties>
</file>