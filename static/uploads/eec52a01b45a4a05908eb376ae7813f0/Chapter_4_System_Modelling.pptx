
<file path=[Content_Types].xml><?xml version="1.0" encoding="utf-8"?>
<Types xmlns="http://schemas.openxmlformats.org/package/2006/content-types">
  <Default Extension="jpeg" ContentType="image/jpeg"/>
  <Default Extension="pdf" ContentType="application/pdf"/>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4" r:id="rId1"/>
  </p:sldMasterIdLst>
  <p:notesMasterIdLst>
    <p:notesMasterId r:id="rId28"/>
  </p:notesMasterIdLst>
  <p:handoutMasterIdLst>
    <p:handoutMasterId r:id="rId29"/>
  </p:handoutMasterIdLst>
  <p:sldIdLst>
    <p:sldId id="256" r:id="rId2"/>
    <p:sldId id="281" r:id="rId3"/>
    <p:sldId id="282" r:id="rId4"/>
    <p:sldId id="280" r:id="rId5"/>
    <p:sldId id="283" r:id="rId6"/>
    <p:sldId id="284" r:id="rId7"/>
    <p:sldId id="285" r:id="rId8"/>
    <p:sldId id="287" r:id="rId9"/>
    <p:sldId id="286" r:id="rId10"/>
    <p:sldId id="257" r:id="rId11"/>
    <p:sldId id="288" r:id="rId12"/>
    <p:sldId id="258" r:id="rId13"/>
    <p:sldId id="289" r:id="rId14"/>
    <p:sldId id="290" r:id="rId15"/>
    <p:sldId id="259" r:id="rId16"/>
    <p:sldId id="260" r:id="rId17"/>
    <p:sldId id="261" r:id="rId18"/>
    <p:sldId id="299" r:id="rId19"/>
    <p:sldId id="262" r:id="rId20"/>
    <p:sldId id="263" r:id="rId21"/>
    <p:sldId id="291" r:id="rId22"/>
    <p:sldId id="292" r:id="rId23"/>
    <p:sldId id="264" r:id="rId24"/>
    <p:sldId id="265" r:id="rId25"/>
    <p:sldId id="266" r:id="rId26"/>
    <p:sldId id="310" r:id="rId2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59" d="100"/>
          <a:sy n="59" d="100"/>
        </p:scale>
        <p:origin x="1500" y="56"/>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824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diagrams/_rels/data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diagrams/_rels/data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diagrams/_rels/data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7.svg"/><Relationship Id="rId1" Type="http://schemas.openxmlformats.org/officeDocument/2006/relationships/image" Target="../media/image26.png"/><Relationship Id="rId6" Type="http://schemas.openxmlformats.org/officeDocument/2006/relationships/image" Target="../media/image29.svg"/><Relationship Id="rId5" Type="http://schemas.openxmlformats.org/officeDocument/2006/relationships/image" Target="../media/image28.png"/><Relationship Id="rId4" Type="http://schemas.openxmlformats.org/officeDocument/2006/relationships/image" Target="../media/image24.svg"/></Relationships>
</file>

<file path=ppt/diagrams/_rels/data11.xml.rels><?xml version="1.0" encoding="UTF-8" standalone="yes"?>
<Relationships xmlns="http://schemas.openxmlformats.org/package/2006/relationships"><Relationship Id="rId8" Type="http://schemas.openxmlformats.org/officeDocument/2006/relationships/image" Target="../media/image36.svg"/><Relationship Id="rId3" Type="http://schemas.openxmlformats.org/officeDocument/2006/relationships/image" Target="../media/image21.png"/><Relationship Id="rId7" Type="http://schemas.openxmlformats.org/officeDocument/2006/relationships/image" Target="../media/image35.png"/><Relationship Id="rId2" Type="http://schemas.openxmlformats.org/officeDocument/2006/relationships/image" Target="../media/image32.svg"/><Relationship Id="rId1" Type="http://schemas.openxmlformats.org/officeDocument/2006/relationships/image" Target="../media/image31.png"/><Relationship Id="rId6" Type="http://schemas.openxmlformats.org/officeDocument/2006/relationships/image" Target="../media/image34.svg"/><Relationship Id="rId5" Type="http://schemas.openxmlformats.org/officeDocument/2006/relationships/image" Target="../media/image33.png"/><Relationship Id="rId4" Type="http://schemas.openxmlformats.org/officeDocument/2006/relationships/image" Target="../media/image22.svg"/></Relationships>
</file>

<file path=ppt/diagrams/_rels/data12.xml.rels><?xml version="1.0" encoding="UTF-8" standalone="yes"?>
<Relationships xmlns="http://schemas.openxmlformats.org/package/2006/relationships"><Relationship Id="rId8" Type="http://schemas.openxmlformats.org/officeDocument/2006/relationships/image" Target="../media/image48.svg"/><Relationship Id="rId3" Type="http://schemas.openxmlformats.org/officeDocument/2006/relationships/image" Target="../media/image43.png"/><Relationship Id="rId7" Type="http://schemas.openxmlformats.org/officeDocument/2006/relationships/image" Target="../media/image47.png"/><Relationship Id="rId2" Type="http://schemas.openxmlformats.org/officeDocument/2006/relationships/image" Target="../media/image42.svg"/><Relationship Id="rId1" Type="http://schemas.openxmlformats.org/officeDocument/2006/relationships/image" Target="../media/image41.png"/><Relationship Id="rId6" Type="http://schemas.openxmlformats.org/officeDocument/2006/relationships/image" Target="../media/image46.svg"/><Relationship Id="rId5" Type="http://schemas.openxmlformats.org/officeDocument/2006/relationships/image" Target="../media/image45.png"/><Relationship Id="rId4" Type="http://schemas.openxmlformats.org/officeDocument/2006/relationships/image" Target="../media/image44.svg"/></Relationships>
</file>

<file path=ppt/diagrams/_rels/data13.xml.rels><?xml version="1.0" encoding="UTF-8" standalone="yes"?>
<Relationships xmlns="http://schemas.openxmlformats.org/package/2006/relationships"><Relationship Id="rId8" Type="http://schemas.openxmlformats.org/officeDocument/2006/relationships/image" Target="../media/image58.svg"/><Relationship Id="rId3" Type="http://schemas.openxmlformats.org/officeDocument/2006/relationships/image" Target="../media/image53.png"/><Relationship Id="rId7" Type="http://schemas.openxmlformats.org/officeDocument/2006/relationships/image" Target="../media/image57.png"/><Relationship Id="rId2" Type="http://schemas.openxmlformats.org/officeDocument/2006/relationships/image" Target="../media/image52.svg"/><Relationship Id="rId1" Type="http://schemas.openxmlformats.org/officeDocument/2006/relationships/image" Target="../media/image51.png"/><Relationship Id="rId6" Type="http://schemas.openxmlformats.org/officeDocument/2006/relationships/image" Target="../media/image56.svg"/><Relationship Id="rId5" Type="http://schemas.openxmlformats.org/officeDocument/2006/relationships/image" Target="../media/image55.png"/><Relationship Id="rId4" Type="http://schemas.openxmlformats.org/officeDocument/2006/relationships/image" Target="../media/image54.svg"/></Relationships>
</file>

<file path=ppt/diagrams/_rels/data14.xml.rels><?xml version="1.0" encoding="UTF-8" standalone="yes"?>
<Relationships xmlns="http://schemas.openxmlformats.org/package/2006/relationships"><Relationship Id="rId8" Type="http://schemas.openxmlformats.org/officeDocument/2006/relationships/image" Target="../media/image66.svg"/><Relationship Id="rId3" Type="http://schemas.openxmlformats.org/officeDocument/2006/relationships/image" Target="../media/image21.png"/><Relationship Id="rId7" Type="http://schemas.openxmlformats.org/officeDocument/2006/relationships/image" Target="../media/image23.png"/><Relationship Id="rId2" Type="http://schemas.openxmlformats.org/officeDocument/2006/relationships/image" Target="../media/image63.svg"/><Relationship Id="rId1" Type="http://schemas.openxmlformats.org/officeDocument/2006/relationships/image" Target="../media/image62.png"/><Relationship Id="rId6" Type="http://schemas.openxmlformats.org/officeDocument/2006/relationships/image" Target="../media/image65.svg"/><Relationship Id="rId5" Type="http://schemas.openxmlformats.org/officeDocument/2006/relationships/image" Target="../media/image51.png"/><Relationship Id="rId4" Type="http://schemas.openxmlformats.org/officeDocument/2006/relationships/image" Target="../media/image64.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diagrams/_rels/drawing5.xml.rels><?xml version="1.0" encoding="UTF-8" standalone="yes"?>
<Relationships xmlns="http://schemas.openxmlformats.org/package/2006/relationships"><Relationship Id="rId1" Type="http://schemas.openxmlformats.org/officeDocument/2006/relationships/image" Target="../media/image1.jpeg"/></Relationships>
</file>

<file path=ppt/diagrams/_rels/drawing6.xml.rels><?xml version="1.0" encoding="UTF-8" standalone="yes"?>
<Relationships xmlns="http://schemas.openxmlformats.org/package/2006/relationships"><Relationship Id="rId1" Type="http://schemas.openxmlformats.org/officeDocument/2006/relationships/image" Target="../media/image1.jpeg"/></Relationships>
</file>

<file path=ppt/diagrams/_rels/drawing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diagrams/_rels/drawing8.xml.rels><?xml version="1.0" encoding="UTF-8" standalone="yes"?>
<Relationships xmlns="http://schemas.openxmlformats.org/package/2006/relationships"><Relationship Id="rId1" Type="http://schemas.openxmlformats.org/officeDocument/2006/relationships/image" Target="../media/image1.jpeg"/></Relationships>
</file>

<file path=ppt/diagrams/_rels/drawing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7.svg"/><Relationship Id="rId1" Type="http://schemas.openxmlformats.org/officeDocument/2006/relationships/image" Target="../media/image26.png"/><Relationship Id="rId6" Type="http://schemas.openxmlformats.org/officeDocument/2006/relationships/image" Target="../media/image29.svg"/><Relationship Id="rId5" Type="http://schemas.openxmlformats.org/officeDocument/2006/relationships/image" Target="../media/image28.png"/><Relationship Id="rId4" Type="http://schemas.openxmlformats.org/officeDocument/2006/relationships/image" Target="../media/image24.svg"/></Relationships>
</file>

<file path=ppt/diagrams/_rels/drawing10.xml.rels><?xml version="1.0" encoding="UTF-8" standalone="yes"?>
<Relationships xmlns="http://schemas.openxmlformats.org/package/2006/relationships"><Relationship Id="rId1" Type="http://schemas.openxmlformats.org/officeDocument/2006/relationships/image" Target="../media/image1.jpeg"/></Relationships>
</file>

<file path=ppt/diagrams/_rels/drawing11.xml.rels><?xml version="1.0" encoding="UTF-8" standalone="yes"?>
<Relationships xmlns="http://schemas.openxmlformats.org/package/2006/relationships"><Relationship Id="rId8" Type="http://schemas.openxmlformats.org/officeDocument/2006/relationships/image" Target="../media/image36.svg"/><Relationship Id="rId3" Type="http://schemas.openxmlformats.org/officeDocument/2006/relationships/image" Target="../media/image21.png"/><Relationship Id="rId7" Type="http://schemas.openxmlformats.org/officeDocument/2006/relationships/image" Target="../media/image35.png"/><Relationship Id="rId2" Type="http://schemas.openxmlformats.org/officeDocument/2006/relationships/image" Target="../media/image32.svg"/><Relationship Id="rId1" Type="http://schemas.openxmlformats.org/officeDocument/2006/relationships/image" Target="../media/image31.png"/><Relationship Id="rId6" Type="http://schemas.openxmlformats.org/officeDocument/2006/relationships/image" Target="../media/image34.svg"/><Relationship Id="rId5" Type="http://schemas.openxmlformats.org/officeDocument/2006/relationships/image" Target="../media/image33.png"/><Relationship Id="rId4" Type="http://schemas.openxmlformats.org/officeDocument/2006/relationships/image" Target="../media/image22.svg"/></Relationships>
</file>

<file path=ppt/diagrams/_rels/drawing12.xml.rels><?xml version="1.0" encoding="UTF-8" standalone="yes"?>
<Relationships xmlns="http://schemas.openxmlformats.org/package/2006/relationships"><Relationship Id="rId8" Type="http://schemas.openxmlformats.org/officeDocument/2006/relationships/image" Target="../media/image48.svg"/><Relationship Id="rId3" Type="http://schemas.openxmlformats.org/officeDocument/2006/relationships/image" Target="../media/image43.png"/><Relationship Id="rId7" Type="http://schemas.openxmlformats.org/officeDocument/2006/relationships/image" Target="../media/image47.png"/><Relationship Id="rId2" Type="http://schemas.openxmlformats.org/officeDocument/2006/relationships/image" Target="../media/image42.svg"/><Relationship Id="rId1" Type="http://schemas.openxmlformats.org/officeDocument/2006/relationships/image" Target="../media/image41.png"/><Relationship Id="rId6" Type="http://schemas.openxmlformats.org/officeDocument/2006/relationships/image" Target="../media/image46.svg"/><Relationship Id="rId5" Type="http://schemas.openxmlformats.org/officeDocument/2006/relationships/image" Target="../media/image45.png"/><Relationship Id="rId4" Type="http://schemas.openxmlformats.org/officeDocument/2006/relationships/image" Target="../media/image44.svg"/></Relationships>
</file>

<file path=ppt/diagrams/_rels/drawing13.xml.rels><?xml version="1.0" encoding="UTF-8" standalone="yes"?>
<Relationships xmlns="http://schemas.openxmlformats.org/package/2006/relationships"><Relationship Id="rId8" Type="http://schemas.openxmlformats.org/officeDocument/2006/relationships/image" Target="../media/image58.svg"/><Relationship Id="rId3" Type="http://schemas.openxmlformats.org/officeDocument/2006/relationships/image" Target="../media/image53.png"/><Relationship Id="rId7" Type="http://schemas.openxmlformats.org/officeDocument/2006/relationships/image" Target="../media/image57.png"/><Relationship Id="rId2" Type="http://schemas.openxmlformats.org/officeDocument/2006/relationships/image" Target="../media/image52.svg"/><Relationship Id="rId1" Type="http://schemas.openxmlformats.org/officeDocument/2006/relationships/image" Target="../media/image51.png"/><Relationship Id="rId6" Type="http://schemas.openxmlformats.org/officeDocument/2006/relationships/image" Target="../media/image56.svg"/><Relationship Id="rId5" Type="http://schemas.openxmlformats.org/officeDocument/2006/relationships/image" Target="../media/image55.png"/><Relationship Id="rId4" Type="http://schemas.openxmlformats.org/officeDocument/2006/relationships/image" Target="../media/image54.svg"/></Relationships>
</file>

<file path=ppt/diagrams/_rels/drawing14.xml.rels><?xml version="1.0" encoding="UTF-8" standalone="yes"?>
<Relationships xmlns="http://schemas.openxmlformats.org/package/2006/relationships"><Relationship Id="rId8" Type="http://schemas.openxmlformats.org/officeDocument/2006/relationships/image" Target="../media/image66.svg"/><Relationship Id="rId3" Type="http://schemas.openxmlformats.org/officeDocument/2006/relationships/image" Target="../media/image21.png"/><Relationship Id="rId7" Type="http://schemas.openxmlformats.org/officeDocument/2006/relationships/image" Target="../media/image23.png"/><Relationship Id="rId2" Type="http://schemas.openxmlformats.org/officeDocument/2006/relationships/image" Target="../media/image63.svg"/><Relationship Id="rId1" Type="http://schemas.openxmlformats.org/officeDocument/2006/relationships/image" Target="../media/image62.png"/><Relationship Id="rId6" Type="http://schemas.openxmlformats.org/officeDocument/2006/relationships/image" Target="../media/image65.svg"/><Relationship Id="rId5" Type="http://schemas.openxmlformats.org/officeDocument/2006/relationships/image" Target="../media/image51.png"/><Relationship Id="rId4" Type="http://schemas.openxmlformats.org/officeDocument/2006/relationships/image" Target="../media/image64.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060CFF8-4CC5-452B-9AF4-4D961F191A68}" type="doc">
      <dgm:prSet loTypeId="urn:microsoft.com/office/officeart/2005/8/layout/vProcess5" loCatId="process" qsTypeId="urn:microsoft.com/office/officeart/2005/8/quickstyle/simple1" qsCatId="simple" csTypeId="urn:microsoft.com/office/officeart/2005/8/colors/colorful2" csCatId="colorful"/>
      <dgm:spPr/>
      <dgm:t>
        <a:bodyPr/>
        <a:lstStyle/>
        <a:p>
          <a:endParaRPr lang="en-US"/>
        </a:p>
      </dgm:t>
    </dgm:pt>
    <dgm:pt modelId="{93F08BD8-53AD-4B24-8004-8C13619DB971}">
      <dgm:prSet/>
      <dgm:spPr/>
      <dgm:t>
        <a:bodyPr/>
        <a:lstStyle/>
        <a:p>
          <a:r>
            <a:rPr lang="en-US"/>
            <a:t>Context models</a:t>
          </a:r>
        </a:p>
      </dgm:t>
    </dgm:pt>
    <dgm:pt modelId="{43ED1BDF-30B6-461E-899D-3E55B3A81E26}" type="parTrans" cxnId="{48FA0BA1-3061-4B5A-89AC-CBDF14365EFC}">
      <dgm:prSet/>
      <dgm:spPr/>
      <dgm:t>
        <a:bodyPr/>
        <a:lstStyle/>
        <a:p>
          <a:endParaRPr lang="en-US"/>
        </a:p>
      </dgm:t>
    </dgm:pt>
    <dgm:pt modelId="{9B06D614-E2E9-4773-A026-79C608777A7D}" type="sibTrans" cxnId="{48FA0BA1-3061-4B5A-89AC-CBDF14365EFC}">
      <dgm:prSet/>
      <dgm:spPr/>
      <dgm:t>
        <a:bodyPr/>
        <a:lstStyle/>
        <a:p>
          <a:endParaRPr lang="en-US"/>
        </a:p>
      </dgm:t>
    </dgm:pt>
    <dgm:pt modelId="{3680D7DA-A265-4FC9-BD48-82E67D874E0B}">
      <dgm:prSet/>
      <dgm:spPr/>
      <dgm:t>
        <a:bodyPr/>
        <a:lstStyle/>
        <a:p>
          <a:r>
            <a:rPr lang="en-US"/>
            <a:t>Interaction models</a:t>
          </a:r>
        </a:p>
      </dgm:t>
    </dgm:pt>
    <dgm:pt modelId="{2876D8E5-5714-44C6-B11B-CCCD40205B1E}" type="parTrans" cxnId="{A72800E2-4DC7-40C8-8888-FBFDE758CAC2}">
      <dgm:prSet/>
      <dgm:spPr/>
      <dgm:t>
        <a:bodyPr/>
        <a:lstStyle/>
        <a:p>
          <a:endParaRPr lang="en-US"/>
        </a:p>
      </dgm:t>
    </dgm:pt>
    <dgm:pt modelId="{260C16E2-87FB-472D-A5B3-9B3CF9A70D39}" type="sibTrans" cxnId="{A72800E2-4DC7-40C8-8888-FBFDE758CAC2}">
      <dgm:prSet/>
      <dgm:spPr/>
      <dgm:t>
        <a:bodyPr/>
        <a:lstStyle/>
        <a:p>
          <a:endParaRPr lang="en-US"/>
        </a:p>
      </dgm:t>
    </dgm:pt>
    <dgm:pt modelId="{B4523719-B4E3-43BE-8F4B-96AE7DABA0B5}">
      <dgm:prSet/>
      <dgm:spPr/>
      <dgm:t>
        <a:bodyPr/>
        <a:lstStyle/>
        <a:p>
          <a:r>
            <a:rPr lang="en-US"/>
            <a:t>Structural models</a:t>
          </a:r>
        </a:p>
      </dgm:t>
    </dgm:pt>
    <dgm:pt modelId="{9C5B4158-39AA-4BAC-9A69-4542830ADAFA}" type="parTrans" cxnId="{96233973-E3EC-48C8-90A8-73DD540A8DE4}">
      <dgm:prSet/>
      <dgm:spPr/>
      <dgm:t>
        <a:bodyPr/>
        <a:lstStyle/>
        <a:p>
          <a:endParaRPr lang="en-US"/>
        </a:p>
      </dgm:t>
    </dgm:pt>
    <dgm:pt modelId="{AAE31F96-A59A-4EAA-90DE-208B5CE8FEC1}" type="sibTrans" cxnId="{96233973-E3EC-48C8-90A8-73DD540A8DE4}">
      <dgm:prSet/>
      <dgm:spPr/>
      <dgm:t>
        <a:bodyPr/>
        <a:lstStyle/>
        <a:p>
          <a:endParaRPr lang="en-US"/>
        </a:p>
      </dgm:t>
    </dgm:pt>
    <dgm:pt modelId="{B745E982-81A4-48B1-8921-22A0E6BE20D4}">
      <dgm:prSet/>
      <dgm:spPr/>
      <dgm:t>
        <a:bodyPr/>
        <a:lstStyle/>
        <a:p>
          <a:r>
            <a:rPr lang="en-US"/>
            <a:t>Behavioral models</a:t>
          </a:r>
        </a:p>
      </dgm:t>
    </dgm:pt>
    <dgm:pt modelId="{CA268BE4-427F-44FB-B4CB-CB39B70C24D1}" type="parTrans" cxnId="{41E6BC05-881B-490F-A181-5F89013A2F3C}">
      <dgm:prSet/>
      <dgm:spPr/>
      <dgm:t>
        <a:bodyPr/>
        <a:lstStyle/>
        <a:p>
          <a:endParaRPr lang="en-US"/>
        </a:p>
      </dgm:t>
    </dgm:pt>
    <dgm:pt modelId="{173D9319-A2CE-4476-A348-66F86C9536AA}" type="sibTrans" cxnId="{41E6BC05-881B-490F-A181-5F89013A2F3C}">
      <dgm:prSet/>
      <dgm:spPr/>
      <dgm:t>
        <a:bodyPr/>
        <a:lstStyle/>
        <a:p>
          <a:endParaRPr lang="en-US"/>
        </a:p>
      </dgm:t>
    </dgm:pt>
    <dgm:pt modelId="{4D37957E-1291-4E05-93E2-99D41C1429D1}">
      <dgm:prSet/>
      <dgm:spPr/>
      <dgm:t>
        <a:bodyPr/>
        <a:lstStyle/>
        <a:p>
          <a:r>
            <a:rPr lang="en-US"/>
            <a:t>Model-driven engineering</a:t>
          </a:r>
          <a:r>
            <a:rPr lang="en-GB"/>
            <a:t> </a:t>
          </a:r>
          <a:endParaRPr lang="en-US"/>
        </a:p>
      </dgm:t>
    </dgm:pt>
    <dgm:pt modelId="{D2893591-CEFE-4304-BE68-69A6DFBB65B6}" type="parTrans" cxnId="{8DD2FE7B-7DB7-49A8-BC52-E38D256F8312}">
      <dgm:prSet/>
      <dgm:spPr/>
      <dgm:t>
        <a:bodyPr/>
        <a:lstStyle/>
        <a:p>
          <a:endParaRPr lang="en-US"/>
        </a:p>
      </dgm:t>
    </dgm:pt>
    <dgm:pt modelId="{BA009334-1651-4D61-89CB-9CBEA48A2C09}" type="sibTrans" cxnId="{8DD2FE7B-7DB7-49A8-BC52-E38D256F8312}">
      <dgm:prSet/>
      <dgm:spPr/>
      <dgm:t>
        <a:bodyPr/>
        <a:lstStyle/>
        <a:p>
          <a:endParaRPr lang="en-US"/>
        </a:p>
      </dgm:t>
    </dgm:pt>
    <dgm:pt modelId="{1A586E8C-7162-443E-9786-3C66A08EFCDB}" type="pres">
      <dgm:prSet presAssocID="{1060CFF8-4CC5-452B-9AF4-4D961F191A68}" presName="outerComposite" presStyleCnt="0">
        <dgm:presLayoutVars>
          <dgm:chMax val="5"/>
          <dgm:dir/>
          <dgm:resizeHandles val="exact"/>
        </dgm:presLayoutVars>
      </dgm:prSet>
      <dgm:spPr/>
    </dgm:pt>
    <dgm:pt modelId="{05492A2E-C7E8-46BB-B71B-D050937628FE}" type="pres">
      <dgm:prSet presAssocID="{1060CFF8-4CC5-452B-9AF4-4D961F191A68}" presName="dummyMaxCanvas" presStyleCnt="0">
        <dgm:presLayoutVars/>
      </dgm:prSet>
      <dgm:spPr/>
    </dgm:pt>
    <dgm:pt modelId="{97C9B11D-3C98-4C0E-BBBE-046005A9F29B}" type="pres">
      <dgm:prSet presAssocID="{1060CFF8-4CC5-452B-9AF4-4D961F191A68}" presName="FiveNodes_1" presStyleLbl="node1" presStyleIdx="0" presStyleCnt="5">
        <dgm:presLayoutVars>
          <dgm:bulletEnabled val="1"/>
        </dgm:presLayoutVars>
      </dgm:prSet>
      <dgm:spPr/>
    </dgm:pt>
    <dgm:pt modelId="{C1CC50D2-3D70-4406-9D0E-9022912F6A03}" type="pres">
      <dgm:prSet presAssocID="{1060CFF8-4CC5-452B-9AF4-4D961F191A68}" presName="FiveNodes_2" presStyleLbl="node1" presStyleIdx="1" presStyleCnt="5">
        <dgm:presLayoutVars>
          <dgm:bulletEnabled val="1"/>
        </dgm:presLayoutVars>
      </dgm:prSet>
      <dgm:spPr/>
    </dgm:pt>
    <dgm:pt modelId="{706B41FD-2283-4C35-9C1D-E51BE65773BA}" type="pres">
      <dgm:prSet presAssocID="{1060CFF8-4CC5-452B-9AF4-4D961F191A68}" presName="FiveNodes_3" presStyleLbl="node1" presStyleIdx="2" presStyleCnt="5">
        <dgm:presLayoutVars>
          <dgm:bulletEnabled val="1"/>
        </dgm:presLayoutVars>
      </dgm:prSet>
      <dgm:spPr/>
    </dgm:pt>
    <dgm:pt modelId="{8248249E-836D-445F-9F68-CDA2F197A026}" type="pres">
      <dgm:prSet presAssocID="{1060CFF8-4CC5-452B-9AF4-4D961F191A68}" presName="FiveNodes_4" presStyleLbl="node1" presStyleIdx="3" presStyleCnt="5">
        <dgm:presLayoutVars>
          <dgm:bulletEnabled val="1"/>
        </dgm:presLayoutVars>
      </dgm:prSet>
      <dgm:spPr/>
    </dgm:pt>
    <dgm:pt modelId="{BE23D70A-1AC9-4647-B5A8-335222C31D3C}" type="pres">
      <dgm:prSet presAssocID="{1060CFF8-4CC5-452B-9AF4-4D961F191A68}" presName="FiveNodes_5" presStyleLbl="node1" presStyleIdx="4" presStyleCnt="5">
        <dgm:presLayoutVars>
          <dgm:bulletEnabled val="1"/>
        </dgm:presLayoutVars>
      </dgm:prSet>
      <dgm:spPr/>
    </dgm:pt>
    <dgm:pt modelId="{E3508C05-5BD7-448D-9BCB-E67256F28456}" type="pres">
      <dgm:prSet presAssocID="{1060CFF8-4CC5-452B-9AF4-4D961F191A68}" presName="FiveConn_1-2" presStyleLbl="fgAccFollowNode1" presStyleIdx="0" presStyleCnt="4">
        <dgm:presLayoutVars>
          <dgm:bulletEnabled val="1"/>
        </dgm:presLayoutVars>
      </dgm:prSet>
      <dgm:spPr/>
    </dgm:pt>
    <dgm:pt modelId="{02BE6C34-8802-45AC-90F4-DBD95CA690CD}" type="pres">
      <dgm:prSet presAssocID="{1060CFF8-4CC5-452B-9AF4-4D961F191A68}" presName="FiveConn_2-3" presStyleLbl="fgAccFollowNode1" presStyleIdx="1" presStyleCnt="4">
        <dgm:presLayoutVars>
          <dgm:bulletEnabled val="1"/>
        </dgm:presLayoutVars>
      </dgm:prSet>
      <dgm:spPr/>
    </dgm:pt>
    <dgm:pt modelId="{22D51792-B7C8-498D-8932-C456964BA824}" type="pres">
      <dgm:prSet presAssocID="{1060CFF8-4CC5-452B-9AF4-4D961F191A68}" presName="FiveConn_3-4" presStyleLbl="fgAccFollowNode1" presStyleIdx="2" presStyleCnt="4">
        <dgm:presLayoutVars>
          <dgm:bulletEnabled val="1"/>
        </dgm:presLayoutVars>
      </dgm:prSet>
      <dgm:spPr/>
    </dgm:pt>
    <dgm:pt modelId="{FAAA5093-F856-4042-B584-FB865787FEA7}" type="pres">
      <dgm:prSet presAssocID="{1060CFF8-4CC5-452B-9AF4-4D961F191A68}" presName="FiveConn_4-5" presStyleLbl="fgAccFollowNode1" presStyleIdx="3" presStyleCnt="4">
        <dgm:presLayoutVars>
          <dgm:bulletEnabled val="1"/>
        </dgm:presLayoutVars>
      </dgm:prSet>
      <dgm:spPr/>
    </dgm:pt>
    <dgm:pt modelId="{A3606E39-9837-48EC-80D4-1BCB8FCC1F89}" type="pres">
      <dgm:prSet presAssocID="{1060CFF8-4CC5-452B-9AF4-4D961F191A68}" presName="FiveNodes_1_text" presStyleLbl="node1" presStyleIdx="4" presStyleCnt="5">
        <dgm:presLayoutVars>
          <dgm:bulletEnabled val="1"/>
        </dgm:presLayoutVars>
      </dgm:prSet>
      <dgm:spPr/>
    </dgm:pt>
    <dgm:pt modelId="{B364B257-7B8F-4083-9E01-8A5DBF18F4DE}" type="pres">
      <dgm:prSet presAssocID="{1060CFF8-4CC5-452B-9AF4-4D961F191A68}" presName="FiveNodes_2_text" presStyleLbl="node1" presStyleIdx="4" presStyleCnt="5">
        <dgm:presLayoutVars>
          <dgm:bulletEnabled val="1"/>
        </dgm:presLayoutVars>
      </dgm:prSet>
      <dgm:spPr/>
    </dgm:pt>
    <dgm:pt modelId="{8DE1A4B2-CF79-4F66-9286-E51D7F17A9E2}" type="pres">
      <dgm:prSet presAssocID="{1060CFF8-4CC5-452B-9AF4-4D961F191A68}" presName="FiveNodes_3_text" presStyleLbl="node1" presStyleIdx="4" presStyleCnt="5">
        <dgm:presLayoutVars>
          <dgm:bulletEnabled val="1"/>
        </dgm:presLayoutVars>
      </dgm:prSet>
      <dgm:spPr/>
    </dgm:pt>
    <dgm:pt modelId="{67C323AB-2DBB-49FB-A833-1A2DBC01BA29}" type="pres">
      <dgm:prSet presAssocID="{1060CFF8-4CC5-452B-9AF4-4D961F191A68}" presName="FiveNodes_4_text" presStyleLbl="node1" presStyleIdx="4" presStyleCnt="5">
        <dgm:presLayoutVars>
          <dgm:bulletEnabled val="1"/>
        </dgm:presLayoutVars>
      </dgm:prSet>
      <dgm:spPr/>
    </dgm:pt>
    <dgm:pt modelId="{25D9F305-1340-4FC4-BC24-C851E124360C}" type="pres">
      <dgm:prSet presAssocID="{1060CFF8-4CC5-452B-9AF4-4D961F191A68}" presName="FiveNodes_5_text" presStyleLbl="node1" presStyleIdx="4" presStyleCnt="5">
        <dgm:presLayoutVars>
          <dgm:bulletEnabled val="1"/>
        </dgm:presLayoutVars>
      </dgm:prSet>
      <dgm:spPr/>
    </dgm:pt>
  </dgm:ptLst>
  <dgm:cxnLst>
    <dgm:cxn modelId="{41E6BC05-881B-490F-A181-5F89013A2F3C}" srcId="{1060CFF8-4CC5-452B-9AF4-4D961F191A68}" destId="{B745E982-81A4-48B1-8921-22A0E6BE20D4}" srcOrd="3" destOrd="0" parTransId="{CA268BE4-427F-44FB-B4CB-CB39B70C24D1}" sibTransId="{173D9319-A2CE-4476-A348-66F86C9536AA}"/>
    <dgm:cxn modelId="{311F9613-199D-4270-AA9C-FC8E9C6AB52F}" type="presOf" srcId="{173D9319-A2CE-4476-A348-66F86C9536AA}" destId="{FAAA5093-F856-4042-B584-FB865787FEA7}" srcOrd="0" destOrd="0" presId="urn:microsoft.com/office/officeart/2005/8/layout/vProcess5"/>
    <dgm:cxn modelId="{CBB2861C-B82D-400E-A8E2-27F30586FC48}" type="presOf" srcId="{B4523719-B4E3-43BE-8F4B-96AE7DABA0B5}" destId="{8DE1A4B2-CF79-4F66-9286-E51D7F17A9E2}" srcOrd="1" destOrd="0" presId="urn:microsoft.com/office/officeart/2005/8/layout/vProcess5"/>
    <dgm:cxn modelId="{821DCA21-BC50-40A0-9AF5-B76936711283}" type="presOf" srcId="{9B06D614-E2E9-4773-A026-79C608777A7D}" destId="{E3508C05-5BD7-448D-9BCB-E67256F28456}" srcOrd="0" destOrd="0" presId="urn:microsoft.com/office/officeart/2005/8/layout/vProcess5"/>
    <dgm:cxn modelId="{F763742F-3D24-4287-87ED-F6DBDD15F6D3}" type="presOf" srcId="{B745E982-81A4-48B1-8921-22A0E6BE20D4}" destId="{67C323AB-2DBB-49FB-A833-1A2DBC01BA29}" srcOrd="1" destOrd="0" presId="urn:microsoft.com/office/officeart/2005/8/layout/vProcess5"/>
    <dgm:cxn modelId="{1473D667-494D-4097-9DC7-1FE91D833801}" type="presOf" srcId="{93F08BD8-53AD-4B24-8004-8C13619DB971}" destId="{A3606E39-9837-48EC-80D4-1BCB8FCC1F89}" srcOrd="1" destOrd="0" presId="urn:microsoft.com/office/officeart/2005/8/layout/vProcess5"/>
    <dgm:cxn modelId="{96233973-E3EC-48C8-90A8-73DD540A8DE4}" srcId="{1060CFF8-4CC5-452B-9AF4-4D961F191A68}" destId="{B4523719-B4E3-43BE-8F4B-96AE7DABA0B5}" srcOrd="2" destOrd="0" parTransId="{9C5B4158-39AA-4BAC-9A69-4542830ADAFA}" sibTransId="{AAE31F96-A59A-4EAA-90DE-208B5CE8FEC1}"/>
    <dgm:cxn modelId="{F55C5C54-6DB3-447F-9A2F-2AF7C68E186C}" type="presOf" srcId="{260C16E2-87FB-472D-A5B3-9B3CF9A70D39}" destId="{02BE6C34-8802-45AC-90F4-DBD95CA690CD}" srcOrd="0" destOrd="0" presId="urn:microsoft.com/office/officeart/2005/8/layout/vProcess5"/>
    <dgm:cxn modelId="{8DD2FE7B-7DB7-49A8-BC52-E38D256F8312}" srcId="{1060CFF8-4CC5-452B-9AF4-4D961F191A68}" destId="{4D37957E-1291-4E05-93E2-99D41C1429D1}" srcOrd="4" destOrd="0" parTransId="{D2893591-CEFE-4304-BE68-69A6DFBB65B6}" sibTransId="{BA009334-1651-4D61-89CB-9CBEA48A2C09}"/>
    <dgm:cxn modelId="{8EA1BC89-82E7-4411-B90E-D45C4C2EA419}" type="presOf" srcId="{93F08BD8-53AD-4B24-8004-8C13619DB971}" destId="{97C9B11D-3C98-4C0E-BBBE-046005A9F29B}" srcOrd="0" destOrd="0" presId="urn:microsoft.com/office/officeart/2005/8/layout/vProcess5"/>
    <dgm:cxn modelId="{4BD8FB89-D364-4F76-B680-4A34EE742433}" type="presOf" srcId="{B745E982-81A4-48B1-8921-22A0E6BE20D4}" destId="{8248249E-836D-445F-9F68-CDA2F197A026}" srcOrd="0" destOrd="0" presId="urn:microsoft.com/office/officeart/2005/8/layout/vProcess5"/>
    <dgm:cxn modelId="{48FA0BA1-3061-4B5A-89AC-CBDF14365EFC}" srcId="{1060CFF8-4CC5-452B-9AF4-4D961F191A68}" destId="{93F08BD8-53AD-4B24-8004-8C13619DB971}" srcOrd="0" destOrd="0" parTransId="{43ED1BDF-30B6-461E-899D-3E55B3A81E26}" sibTransId="{9B06D614-E2E9-4773-A026-79C608777A7D}"/>
    <dgm:cxn modelId="{B47EB6A8-72DA-4E71-BEC6-940343D533B8}" type="presOf" srcId="{4D37957E-1291-4E05-93E2-99D41C1429D1}" destId="{BE23D70A-1AC9-4647-B5A8-335222C31D3C}" srcOrd="0" destOrd="0" presId="urn:microsoft.com/office/officeart/2005/8/layout/vProcess5"/>
    <dgm:cxn modelId="{F905DDB4-B21D-49DE-B2FC-250DCCE76C29}" type="presOf" srcId="{B4523719-B4E3-43BE-8F4B-96AE7DABA0B5}" destId="{706B41FD-2283-4C35-9C1D-E51BE65773BA}" srcOrd="0" destOrd="0" presId="urn:microsoft.com/office/officeart/2005/8/layout/vProcess5"/>
    <dgm:cxn modelId="{385BABB5-5962-4560-9CCE-2FDA5F774463}" type="presOf" srcId="{4D37957E-1291-4E05-93E2-99D41C1429D1}" destId="{25D9F305-1340-4FC4-BC24-C851E124360C}" srcOrd="1" destOrd="0" presId="urn:microsoft.com/office/officeart/2005/8/layout/vProcess5"/>
    <dgm:cxn modelId="{C5693BBD-45E9-4159-8836-F4C702D7894E}" type="presOf" srcId="{3680D7DA-A265-4FC9-BD48-82E67D874E0B}" destId="{C1CC50D2-3D70-4406-9D0E-9022912F6A03}" srcOrd="0" destOrd="0" presId="urn:microsoft.com/office/officeart/2005/8/layout/vProcess5"/>
    <dgm:cxn modelId="{A72800E2-4DC7-40C8-8888-FBFDE758CAC2}" srcId="{1060CFF8-4CC5-452B-9AF4-4D961F191A68}" destId="{3680D7DA-A265-4FC9-BD48-82E67D874E0B}" srcOrd="1" destOrd="0" parTransId="{2876D8E5-5714-44C6-B11B-CCCD40205B1E}" sibTransId="{260C16E2-87FB-472D-A5B3-9B3CF9A70D39}"/>
    <dgm:cxn modelId="{F7B8FAF6-24B0-4344-891F-931BB7C60E03}" type="presOf" srcId="{AAE31F96-A59A-4EAA-90DE-208B5CE8FEC1}" destId="{22D51792-B7C8-498D-8932-C456964BA824}" srcOrd="0" destOrd="0" presId="urn:microsoft.com/office/officeart/2005/8/layout/vProcess5"/>
    <dgm:cxn modelId="{A7EA36F7-3248-42B2-BAE8-2450CD058409}" type="presOf" srcId="{3680D7DA-A265-4FC9-BD48-82E67D874E0B}" destId="{B364B257-7B8F-4083-9E01-8A5DBF18F4DE}" srcOrd="1" destOrd="0" presId="urn:microsoft.com/office/officeart/2005/8/layout/vProcess5"/>
    <dgm:cxn modelId="{B5CDFDFB-6FC4-4E10-996D-CA2AD7C4E894}" type="presOf" srcId="{1060CFF8-4CC5-452B-9AF4-4D961F191A68}" destId="{1A586E8C-7162-443E-9786-3C66A08EFCDB}" srcOrd="0" destOrd="0" presId="urn:microsoft.com/office/officeart/2005/8/layout/vProcess5"/>
    <dgm:cxn modelId="{41E6E740-5848-4CE9-84D6-DD3AEB381EA0}" type="presParOf" srcId="{1A586E8C-7162-443E-9786-3C66A08EFCDB}" destId="{05492A2E-C7E8-46BB-B71B-D050937628FE}" srcOrd="0" destOrd="0" presId="urn:microsoft.com/office/officeart/2005/8/layout/vProcess5"/>
    <dgm:cxn modelId="{EB3451A2-567A-4A53-96AF-6C0302E9E1E6}" type="presParOf" srcId="{1A586E8C-7162-443E-9786-3C66A08EFCDB}" destId="{97C9B11D-3C98-4C0E-BBBE-046005A9F29B}" srcOrd="1" destOrd="0" presId="urn:microsoft.com/office/officeart/2005/8/layout/vProcess5"/>
    <dgm:cxn modelId="{21D5DF66-0DDE-4BCD-8DF7-11E4581D6558}" type="presParOf" srcId="{1A586E8C-7162-443E-9786-3C66A08EFCDB}" destId="{C1CC50D2-3D70-4406-9D0E-9022912F6A03}" srcOrd="2" destOrd="0" presId="urn:microsoft.com/office/officeart/2005/8/layout/vProcess5"/>
    <dgm:cxn modelId="{17BEC3FF-3E99-47BE-8969-59A68EE63F97}" type="presParOf" srcId="{1A586E8C-7162-443E-9786-3C66A08EFCDB}" destId="{706B41FD-2283-4C35-9C1D-E51BE65773BA}" srcOrd="3" destOrd="0" presId="urn:microsoft.com/office/officeart/2005/8/layout/vProcess5"/>
    <dgm:cxn modelId="{C4DB33AD-5443-4020-8984-B33F663EC1A9}" type="presParOf" srcId="{1A586E8C-7162-443E-9786-3C66A08EFCDB}" destId="{8248249E-836D-445F-9F68-CDA2F197A026}" srcOrd="4" destOrd="0" presId="urn:microsoft.com/office/officeart/2005/8/layout/vProcess5"/>
    <dgm:cxn modelId="{C16A459E-6897-4C8C-8FA0-9A8462681D18}" type="presParOf" srcId="{1A586E8C-7162-443E-9786-3C66A08EFCDB}" destId="{BE23D70A-1AC9-4647-B5A8-335222C31D3C}" srcOrd="5" destOrd="0" presId="urn:microsoft.com/office/officeart/2005/8/layout/vProcess5"/>
    <dgm:cxn modelId="{E92D4EA9-2AA1-4DD2-8ABD-D3012DC82A1A}" type="presParOf" srcId="{1A586E8C-7162-443E-9786-3C66A08EFCDB}" destId="{E3508C05-5BD7-448D-9BCB-E67256F28456}" srcOrd="6" destOrd="0" presId="urn:microsoft.com/office/officeart/2005/8/layout/vProcess5"/>
    <dgm:cxn modelId="{1295FCD6-FFE6-4075-BD66-F0322B21FE4F}" type="presParOf" srcId="{1A586E8C-7162-443E-9786-3C66A08EFCDB}" destId="{02BE6C34-8802-45AC-90F4-DBD95CA690CD}" srcOrd="7" destOrd="0" presId="urn:microsoft.com/office/officeart/2005/8/layout/vProcess5"/>
    <dgm:cxn modelId="{8CF2A146-7DB3-4623-A753-D2E81AF55F2F}" type="presParOf" srcId="{1A586E8C-7162-443E-9786-3C66A08EFCDB}" destId="{22D51792-B7C8-498D-8932-C456964BA824}" srcOrd="8" destOrd="0" presId="urn:microsoft.com/office/officeart/2005/8/layout/vProcess5"/>
    <dgm:cxn modelId="{B605434D-FEC5-4DDE-907C-2EF4C6363C4F}" type="presParOf" srcId="{1A586E8C-7162-443E-9786-3C66A08EFCDB}" destId="{FAAA5093-F856-4042-B584-FB865787FEA7}" srcOrd="9" destOrd="0" presId="urn:microsoft.com/office/officeart/2005/8/layout/vProcess5"/>
    <dgm:cxn modelId="{61730C9B-8CBF-44BF-B1D8-7B241A3B8101}" type="presParOf" srcId="{1A586E8C-7162-443E-9786-3C66A08EFCDB}" destId="{A3606E39-9837-48EC-80D4-1BCB8FCC1F89}" srcOrd="10" destOrd="0" presId="urn:microsoft.com/office/officeart/2005/8/layout/vProcess5"/>
    <dgm:cxn modelId="{193FAE75-D962-4153-8BA0-8D386B6FE878}" type="presParOf" srcId="{1A586E8C-7162-443E-9786-3C66A08EFCDB}" destId="{B364B257-7B8F-4083-9E01-8A5DBF18F4DE}" srcOrd="11" destOrd="0" presId="urn:microsoft.com/office/officeart/2005/8/layout/vProcess5"/>
    <dgm:cxn modelId="{2DF82E6C-B3DD-481B-8871-F62B9BCD561A}" type="presParOf" srcId="{1A586E8C-7162-443E-9786-3C66A08EFCDB}" destId="{8DE1A4B2-CF79-4F66-9286-E51D7F17A9E2}" srcOrd="12" destOrd="0" presId="urn:microsoft.com/office/officeart/2005/8/layout/vProcess5"/>
    <dgm:cxn modelId="{088F85FF-DC74-4C5A-98AF-C6E37A175951}" type="presParOf" srcId="{1A586E8C-7162-443E-9786-3C66A08EFCDB}" destId="{67C323AB-2DBB-49FB-A833-1A2DBC01BA29}" srcOrd="13" destOrd="0" presId="urn:microsoft.com/office/officeart/2005/8/layout/vProcess5"/>
    <dgm:cxn modelId="{C6BB6B87-D647-4C54-AA23-2BB2DC8C0214}" type="presParOf" srcId="{1A586E8C-7162-443E-9786-3C66A08EFCDB}" destId="{25D9F305-1340-4FC4-BC24-C851E124360C}" srcOrd="14"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82B2920-0507-433D-8687-80A3EAA5F69A}"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DE234430-4F53-42D9-AFDB-96C05E7AF510}">
      <dgm:prSet/>
      <dgm:spPr/>
      <dgm:t>
        <a:bodyPr/>
        <a:lstStyle/>
        <a:p>
          <a:r>
            <a:rPr lang="en-US"/>
            <a:t>System modeling is the process of developing abstract models of a system, with each model presenting a different view or perspective of that system. </a:t>
          </a:r>
        </a:p>
      </dgm:t>
    </dgm:pt>
    <dgm:pt modelId="{F52C2EA7-CB06-469B-83BE-FCAEF54CB786}" type="parTrans" cxnId="{86FFBE6C-42EF-4AD7-9759-DF14F0F07721}">
      <dgm:prSet/>
      <dgm:spPr/>
      <dgm:t>
        <a:bodyPr/>
        <a:lstStyle/>
        <a:p>
          <a:endParaRPr lang="en-US"/>
        </a:p>
      </dgm:t>
    </dgm:pt>
    <dgm:pt modelId="{1C9FF24E-8BD2-43F2-9018-7BF483BDA06A}" type="sibTrans" cxnId="{86FFBE6C-42EF-4AD7-9759-DF14F0F07721}">
      <dgm:prSet/>
      <dgm:spPr/>
      <dgm:t>
        <a:bodyPr/>
        <a:lstStyle/>
        <a:p>
          <a:endParaRPr lang="en-US"/>
        </a:p>
      </dgm:t>
    </dgm:pt>
    <dgm:pt modelId="{E6598EEE-7890-4EDE-B683-745C9AD127FD}">
      <dgm:prSet/>
      <dgm:spPr/>
      <dgm:t>
        <a:bodyPr/>
        <a:lstStyle/>
        <a:p>
          <a:r>
            <a:rPr lang="en-US"/>
            <a:t>System modeling has now come to mean representing a system using some kind of graphical notation, which is now almost always based on notations in the Unified Modeling Language (UML). </a:t>
          </a:r>
        </a:p>
      </dgm:t>
    </dgm:pt>
    <dgm:pt modelId="{37F70097-02E4-4754-BDE6-7B336C450DCF}" type="parTrans" cxnId="{84D06284-D65D-4E8E-B04D-2BC117EC3758}">
      <dgm:prSet/>
      <dgm:spPr/>
      <dgm:t>
        <a:bodyPr/>
        <a:lstStyle/>
        <a:p>
          <a:endParaRPr lang="en-US"/>
        </a:p>
      </dgm:t>
    </dgm:pt>
    <dgm:pt modelId="{F94B21AB-1875-48D3-8A9D-D99A498115DD}" type="sibTrans" cxnId="{84D06284-D65D-4E8E-B04D-2BC117EC3758}">
      <dgm:prSet/>
      <dgm:spPr/>
      <dgm:t>
        <a:bodyPr/>
        <a:lstStyle/>
        <a:p>
          <a:endParaRPr lang="en-US"/>
        </a:p>
      </dgm:t>
    </dgm:pt>
    <dgm:pt modelId="{E4C37D2C-9265-4C17-81F8-90B6F2C25BD1}">
      <dgm:prSet/>
      <dgm:spPr/>
      <dgm:t>
        <a:bodyPr/>
        <a:lstStyle/>
        <a:p>
          <a:r>
            <a:rPr lang="en-GB"/>
            <a:t>System modelling helps the analyst to understand the functionality of the system and models are used to communicate with customers.</a:t>
          </a:r>
          <a:endParaRPr lang="en-US"/>
        </a:p>
      </dgm:t>
    </dgm:pt>
    <dgm:pt modelId="{BF9915F7-DD61-4358-9D68-5283CFD8D9C1}" type="parTrans" cxnId="{529A82EB-1E6F-4EDC-A1FF-CADB2380B849}">
      <dgm:prSet/>
      <dgm:spPr/>
      <dgm:t>
        <a:bodyPr/>
        <a:lstStyle/>
        <a:p>
          <a:endParaRPr lang="en-US"/>
        </a:p>
      </dgm:t>
    </dgm:pt>
    <dgm:pt modelId="{8A986DDF-3A57-4F41-8B48-AB4BD5FA0B7A}" type="sibTrans" cxnId="{529A82EB-1E6F-4EDC-A1FF-CADB2380B849}">
      <dgm:prSet/>
      <dgm:spPr/>
      <dgm:t>
        <a:bodyPr/>
        <a:lstStyle/>
        <a:p>
          <a:endParaRPr lang="en-US"/>
        </a:p>
      </dgm:t>
    </dgm:pt>
    <dgm:pt modelId="{035CBC34-FFD3-4C89-994A-9BDDBB3DA55B}" type="pres">
      <dgm:prSet presAssocID="{C82B2920-0507-433D-8687-80A3EAA5F69A}" presName="hierChild1" presStyleCnt="0">
        <dgm:presLayoutVars>
          <dgm:chPref val="1"/>
          <dgm:dir/>
          <dgm:animOne val="branch"/>
          <dgm:animLvl val="lvl"/>
          <dgm:resizeHandles/>
        </dgm:presLayoutVars>
      </dgm:prSet>
      <dgm:spPr/>
    </dgm:pt>
    <dgm:pt modelId="{15C765B6-7A37-4ADD-B3C8-B601E957855B}" type="pres">
      <dgm:prSet presAssocID="{DE234430-4F53-42D9-AFDB-96C05E7AF510}" presName="hierRoot1" presStyleCnt="0"/>
      <dgm:spPr/>
    </dgm:pt>
    <dgm:pt modelId="{3A33D67A-F648-4177-83AF-6F2646658D41}" type="pres">
      <dgm:prSet presAssocID="{DE234430-4F53-42D9-AFDB-96C05E7AF510}" presName="composite" presStyleCnt="0"/>
      <dgm:spPr/>
    </dgm:pt>
    <dgm:pt modelId="{3F82C209-FB80-426A-9291-2A87E986825D}" type="pres">
      <dgm:prSet presAssocID="{DE234430-4F53-42D9-AFDB-96C05E7AF510}" presName="background" presStyleLbl="node0" presStyleIdx="0" presStyleCnt="3"/>
      <dgm:spPr/>
    </dgm:pt>
    <dgm:pt modelId="{5593113E-3D5B-4076-B4F2-2F952DCC3583}" type="pres">
      <dgm:prSet presAssocID="{DE234430-4F53-42D9-AFDB-96C05E7AF510}" presName="text" presStyleLbl="fgAcc0" presStyleIdx="0" presStyleCnt="3">
        <dgm:presLayoutVars>
          <dgm:chPref val="3"/>
        </dgm:presLayoutVars>
      </dgm:prSet>
      <dgm:spPr/>
    </dgm:pt>
    <dgm:pt modelId="{542FDBF0-3F09-4DDF-99C6-24FC5E87042F}" type="pres">
      <dgm:prSet presAssocID="{DE234430-4F53-42D9-AFDB-96C05E7AF510}" presName="hierChild2" presStyleCnt="0"/>
      <dgm:spPr/>
    </dgm:pt>
    <dgm:pt modelId="{BF0712AF-DDA8-446A-B456-7E6427DFADF6}" type="pres">
      <dgm:prSet presAssocID="{E6598EEE-7890-4EDE-B683-745C9AD127FD}" presName="hierRoot1" presStyleCnt="0"/>
      <dgm:spPr/>
    </dgm:pt>
    <dgm:pt modelId="{E9BC4DE8-5428-4ED8-990E-A12F0C8E43FC}" type="pres">
      <dgm:prSet presAssocID="{E6598EEE-7890-4EDE-B683-745C9AD127FD}" presName="composite" presStyleCnt="0"/>
      <dgm:spPr/>
    </dgm:pt>
    <dgm:pt modelId="{55C9BE75-480E-4B2E-AABB-2E0282F6A493}" type="pres">
      <dgm:prSet presAssocID="{E6598EEE-7890-4EDE-B683-745C9AD127FD}" presName="background" presStyleLbl="node0" presStyleIdx="1" presStyleCnt="3"/>
      <dgm:spPr/>
    </dgm:pt>
    <dgm:pt modelId="{1987656C-0A7A-4374-B0AA-BCBC3D0A942E}" type="pres">
      <dgm:prSet presAssocID="{E6598EEE-7890-4EDE-B683-745C9AD127FD}" presName="text" presStyleLbl="fgAcc0" presStyleIdx="1" presStyleCnt="3">
        <dgm:presLayoutVars>
          <dgm:chPref val="3"/>
        </dgm:presLayoutVars>
      </dgm:prSet>
      <dgm:spPr/>
    </dgm:pt>
    <dgm:pt modelId="{73C46CFC-5801-47ED-9725-6E26E60F766E}" type="pres">
      <dgm:prSet presAssocID="{E6598EEE-7890-4EDE-B683-745C9AD127FD}" presName="hierChild2" presStyleCnt="0"/>
      <dgm:spPr/>
    </dgm:pt>
    <dgm:pt modelId="{7851EA45-B661-4BDB-AF8A-CF5FC097CE01}" type="pres">
      <dgm:prSet presAssocID="{E4C37D2C-9265-4C17-81F8-90B6F2C25BD1}" presName="hierRoot1" presStyleCnt="0"/>
      <dgm:spPr/>
    </dgm:pt>
    <dgm:pt modelId="{3B38981C-75F3-4578-87DF-028A1FE53E60}" type="pres">
      <dgm:prSet presAssocID="{E4C37D2C-9265-4C17-81F8-90B6F2C25BD1}" presName="composite" presStyleCnt="0"/>
      <dgm:spPr/>
    </dgm:pt>
    <dgm:pt modelId="{66CBA3B5-3DCB-4D01-B5A7-AFE6C011FF32}" type="pres">
      <dgm:prSet presAssocID="{E4C37D2C-9265-4C17-81F8-90B6F2C25BD1}" presName="background" presStyleLbl="node0" presStyleIdx="2" presStyleCnt="3"/>
      <dgm:spPr/>
    </dgm:pt>
    <dgm:pt modelId="{ADA6547A-DF3A-48F7-9F51-814064EE16CB}" type="pres">
      <dgm:prSet presAssocID="{E4C37D2C-9265-4C17-81F8-90B6F2C25BD1}" presName="text" presStyleLbl="fgAcc0" presStyleIdx="2" presStyleCnt="3">
        <dgm:presLayoutVars>
          <dgm:chPref val="3"/>
        </dgm:presLayoutVars>
      </dgm:prSet>
      <dgm:spPr/>
    </dgm:pt>
    <dgm:pt modelId="{8D341B11-900B-4844-A116-81B97C642E3A}" type="pres">
      <dgm:prSet presAssocID="{E4C37D2C-9265-4C17-81F8-90B6F2C25BD1}" presName="hierChild2" presStyleCnt="0"/>
      <dgm:spPr/>
    </dgm:pt>
  </dgm:ptLst>
  <dgm:cxnLst>
    <dgm:cxn modelId="{86FFBE6C-42EF-4AD7-9759-DF14F0F07721}" srcId="{C82B2920-0507-433D-8687-80A3EAA5F69A}" destId="{DE234430-4F53-42D9-AFDB-96C05E7AF510}" srcOrd="0" destOrd="0" parTransId="{F52C2EA7-CB06-469B-83BE-FCAEF54CB786}" sibTransId="{1C9FF24E-8BD2-43F2-9018-7BF483BDA06A}"/>
    <dgm:cxn modelId="{B0E31B4F-1172-43B8-85CD-53420A813B81}" type="presOf" srcId="{E4C37D2C-9265-4C17-81F8-90B6F2C25BD1}" destId="{ADA6547A-DF3A-48F7-9F51-814064EE16CB}" srcOrd="0" destOrd="0" presId="urn:microsoft.com/office/officeart/2005/8/layout/hierarchy1"/>
    <dgm:cxn modelId="{A577897A-5418-4835-98DC-3B095B2ADC9A}" type="presOf" srcId="{C82B2920-0507-433D-8687-80A3EAA5F69A}" destId="{035CBC34-FFD3-4C89-994A-9BDDBB3DA55B}" srcOrd="0" destOrd="0" presId="urn:microsoft.com/office/officeart/2005/8/layout/hierarchy1"/>
    <dgm:cxn modelId="{8574507B-4FC0-4202-B7ED-367F8950E28F}" type="presOf" srcId="{DE234430-4F53-42D9-AFDB-96C05E7AF510}" destId="{5593113E-3D5B-4076-B4F2-2F952DCC3583}" srcOrd="0" destOrd="0" presId="urn:microsoft.com/office/officeart/2005/8/layout/hierarchy1"/>
    <dgm:cxn modelId="{84D06284-D65D-4E8E-B04D-2BC117EC3758}" srcId="{C82B2920-0507-433D-8687-80A3EAA5F69A}" destId="{E6598EEE-7890-4EDE-B683-745C9AD127FD}" srcOrd="1" destOrd="0" parTransId="{37F70097-02E4-4754-BDE6-7B336C450DCF}" sibTransId="{F94B21AB-1875-48D3-8A9D-D99A498115DD}"/>
    <dgm:cxn modelId="{941C81E2-563A-4B67-8DD4-02175B1363A9}" type="presOf" srcId="{E6598EEE-7890-4EDE-B683-745C9AD127FD}" destId="{1987656C-0A7A-4374-B0AA-BCBC3D0A942E}" srcOrd="0" destOrd="0" presId="urn:microsoft.com/office/officeart/2005/8/layout/hierarchy1"/>
    <dgm:cxn modelId="{529A82EB-1E6F-4EDC-A1FF-CADB2380B849}" srcId="{C82B2920-0507-433D-8687-80A3EAA5F69A}" destId="{E4C37D2C-9265-4C17-81F8-90B6F2C25BD1}" srcOrd="2" destOrd="0" parTransId="{BF9915F7-DD61-4358-9D68-5283CFD8D9C1}" sibTransId="{8A986DDF-3A57-4F41-8B48-AB4BD5FA0B7A}"/>
    <dgm:cxn modelId="{007F061C-93CE-4ADA-B1CD-3B2E08B20B1D}" type="presParOf" srcId="{035CBC34-FFD3-4C89-994A-9BDDBB3DA55B}" destId="{15C765B6-7A37-4ADD-B3C8-B601E957855B}" srcOrd="0" destOrd="0" presId="urn:microsoft.com/office/officeart/2005/8/layout/hierarchy1"/>
    <dgm:cxn modelId="{720BE8B8-6FAF-427B-8554-BE41EC60F5B4}" type="presParOf" srcId="{15C765B6-7A37-4ADD-B3C8-B601E957855B}" destId="{3A33D67A-F648-4177-83AF-6F2646658D41}" srcOrd="0" destOrd="0" presId="urn:microsoft.com/office/officeart/2005/8/layout/hierarchy1"/>
    <dgm:cxn modelId="{D967A7E9-52EA-44C6-A13C-4966EEE5A1AD}" type="presParOf" srcId="{3A33D67A-F648-4177-83AF-6F2646658D41}" destId="{3F82C209-FB80-426A-9291-2A87E986825D}" srcOrd="0" destOrd="0" presId="urn:microsoft.com/office/officeart/2005/8/layout/hierarchy1"/>
    <dgm:cxn modelId="{B47A8DE7-A9C4-4D12-8724-07B313E7D61C}" type="presParOf" srcId="{3A33D67A-F648-4177-83AF-6F2646658D41}" destId="{5593113E-3D5B-4076-B4F2-2F952DCC3583}" srcOrd="1" destOrd="0" presId="urn:microsoft.com/office/officeart/2005/8/layout/hierarchy1"/>
    <dgm:cxn modelId="{74B48423-B15F-4823-932B-B0B5C2CA80AC}" type="presParOf" srcId="{15C765B6-7A37-4ADD-B3C8-B601E957855B}" destId="{542FDBF0-3F09-4DDF-99C6-24FC5E87042F}" srcOrd="1" destOrd="0" presId="urn:microsoft.com/office/officeart/2005/8/layout/hierarchy1"/>
    <dgm:cxn modelId="{D7AD1389-7EF9-46DB-BE31-81E47625923A}" type="presParOf" srcId="{035CBC34-FFD3-4C89-994A-9BDDBB3DA55B}" destId="{BF0712AF-DDA8-446A-B456-7E6427DFADF6}" srcOrd="1" destOrd="0" presId="urn:microsoft.com/office/officeart/2005/8/layout/hierarchy1"/>
    <dgm:cxn modelId="{38127C8C-FD27-4FF1-8C9A-E8F5A4F7125B}" type="presParOf" srcId="{BF0712AF-DDA8-446A-B456-7E6427DFADF6}" destId="{E9BC4DE8-5428-4ED8-990E-A12F0C8E43FC}" srcOrd="0" destOrd="0" presId="urn:microsoft.com/office/officeart/2005/8/layout/hierarchy1"/>
    <dgm:cxn modelId="{61F30528-AD2B-4859-B01F-7A124CAAF27C}" type="presParOf" srcId="{E9BC4DE8-5428-4ED8-990E-A12F0C8E43FC}" destId="{55C9BE75-480E-4B2E-AABB-2E0282F6A493}" srcOrd="0" destOrd="0" presId="urn:microsoft.com/office/officeart/2005/8/layout/hierarchy1"/>
    <dgm:cxn modelId="{5761B6CB-A351-46A7-933F-020E09D9BE56}" type="presParOf" srcId="{E9BC4DE8-5428-4ED8-990E-A12F0C8E43FC}" destId="{1987656C-0A7A-4374-B0AA-BCBC3D0A942E}" srcOrd="1" destOrd="0" presId="urn:microsoft.com/office/officeart/2005/8/layout/hierarchy1"/>
    <dgm:cxn modelId="{3C7354E4-00A2-429F-AC13-D5A85BC5E5B0}" type="presParOf" srcId="{BF0712AF-DDA8-446A-B456-7E6427DFADF6}" destId="{73C46CFC-5801-47ED-9725-6E26E60F766E}" srcOrd="1" destOrd="0" presId="urn:microsoft.com/office/officeart/2005/8/layout/hierarchy1"/>
    <dgm:cxn modelId="{5490B45B-A79C-444D-AED1-1E189536263F}" type="presParOf" srcId="{035CBC34-FFD3-4C89-994A-9BDDBB3DA55B}" destId="{7851EA45-B661-4BDB-AF8A-CF5FC097CE01}" srcOrd="2" destOrd="0" presId="urn:microsoft.com/office/officeart/2005/8/layout/hierarchy1"/>
    <dgm:cxn modelId="{F35CDDCE-7B9C-4135-8614-9DB349F381DD}" type="presParOf" srcId="{7851EA45-B661-4BDB-AF8A-CF5FC097CE01}" destId="{3B38981C-75F3-4578-87DF-028A1FE53E60}" srcOrd="0" destOrd="0" presId="urn:microsoft.com/office/officeart/2005/8/layout/hierarchy1"/>
    <dgm:cxn modelId="{36D97B5C-CEC2-4D32-A473-2473F30C4CD1}" type="presParOf" srcId="{3B38981C-75F3-4578-87DF-028A1FE53E60}" destId="{66CBA3B5-3DCB-4D01-B5A7-AFE6C011FF32}" srcOrd="0" destOrd="0" presId="urn:microsoft.com/office/officeart/2005/8/layout/hierarchy1"/>
    <dgm:cxn modelId="{92807271-2331-4885-A6AF-5148D406688E}" type="presParOf" srcId="{3B38981C-75F3-4578-87DF-028A1FE53E60}" destId="{ADA6547A-DF3A-48F7-9F51-814064EE16CB}" srcOrd="1" destOrd="0" presId="urn:microsoft.com/office/officeart/2005/8/layout/hierarchy1"/>
    <dgm:cxn modelId="{A0E4FCE5-DE64-4CE9-8190-09963FB812B1}" type="presParOf" srcId="{7851EA45-B661-4BDB-AF8A-CF5FC097CE01}" destId="{8D341B11-900B-4844-A116-81B97C642E3A}"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39B2A86-9E19-471B-A22B-33F42A4FDCAF}" type="doc">
      <dgm:prSet loTypeId="urn:microsoft.com/office/officeart/2018/2/layout/Icon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1866EE23-16F0-4DED-88CD-36393BC7C8DC}">
      <dgm:prSet/>
      <dgm:spPr/>
      <dgm:t>
        <a:bodyPr/>
        <a:lstStyle/>
        <a:p>
          <a:r>
            <a:rPr lang="en-US"/>
            <a:t>Models of the existing system are used during requirements engineering. They help clarify what the existing system does and can be used as a basis for discussing its strengths and weaknesses. These then lead to requirements for the new system.</a:t>
          </a:r>
        </a:p>
      </dgm:t>
    </dgm:pt>
    <dgm:pt modelId="{C9441E56-FBDA-451F-898B-A183B5F85D8C}" type="parTrans" cxnId="{0C17E869-044D-4F90-9D3F-0954076A83F9}">
      <dgm:prSet/>
      <dgm:spPr/>
      <dgm:t>
        <a:bodyPr/>
        <a:lstStyle/>
        <a:p>
          <a:endParaRPr lang="en-US"/>
        </a:p>
      </dgm:t>
    </dgm:pt>
    <dgm:pt modelId="{DBE142EB-6114-44D7-BF20-3EE9407DA836}" type="sibTrans" cxnId="{0C17E869-044D-4F90-9D3F-0954076A83F9}">
      <dgm:prSet/>
      <dgm:spPr/>
      <dgm:t>
        <a:bodyPr/>
        <a:lstStyle/>
        <a:p>
          <a:endParaRPr lang="en-US"/>
        </a:p>
      </dgm:t>
    </dgm:pt>
    <dgm:pt modelId="{20D3180B-F735-49F2-B667-D8DB05AC2640}">
      <dgm:prSet/>
      <dgm:spPr/>
      <dgm:t>
        <a:bodyPr/>
        <a:lstStyle/>
        <a:p>
          <a:r>
            <a:rPr lang="en-US"/>
            <a:t>Models of the new system are used during requirements engineering to help explain the proposed requirements to other system stakeholders. Engineers use these models to discuss design proposals and to document the system for implementation. </a:t>
          </a:r>
        </a:p>
      </dgm:t>
    </dgm:pt>
    <dgm:pt modelId="{D8E4C238-2BE2-4FCD-9CB6-78E0F1A23A76}" type="parTrans" cxnId="{629E50EB-6E8C-4BF8-999C-854410353F9C}">
      <dgm:prSet/>
      <dgm:spPr/>
      <dgm:t>
        <a:bodyPr/>
        <a:lstStyle/>
        <a:p>
          <a:endParaRPr lang="en-US"/>
        </a:p>
      </dgm:t>
    </dgm:pt>
    <dgm:pt modelId="{3D825C45-B13A-4A5F-B1D6-DC30B8D6F34D}" type="sibTrans" cxnId="{629E50EB-6E8C-4BF8-999C-854410353F9C}">
      <dgm:prSet/>
      <dgm:spPr/>
      <dgm:t>
        <a:bodyPr/>
        <a:lstStyle/>
        <a:p>
          <a:endParaRPr lang="en-US"/>
        </a:p>
      </dgm:t>
    </dgm:pt>
    <dgm:pt modelId="{D7902C91-7F74-4103-8520-843921B3B4F1}">
      <dgm:prSet/>
      <dgm:spPr/>
      <dgm:t>
        <a:bodyPr/>
        <a:lstStyle/>
        <a:p>
          <a:r>
            <a:rPr lang="en-US"/>
            <a:t>In a model-driven engineering process, it is possible to generate a complete or partial system implementation from the system model. </a:t>
          </a:r>
        </a:p>
      </dgm:t>
    </dgm:pt>
    <dgm:pt modelId="{08EB380E-C3EE-47A3-9CFE-536B52599353}" type="parTrans" cxnId="{5716DB34-DFE5-473D-956E-7291449AD3D8}">
      <dgm:prSet/>
      <dgm:spPr/>
      <dgm:t>
        <a:bodyPr/>
        <a:lstStyle/>
        <a:p>
          <a:endParaRPr lang="en-US"/>
        </a:p>
      </dgm:t>
    </dgm:pt>
    <dgm:pt modelId="{E368CCF1-D7B6-41CA-9EAB-FE416FBE10B8}" type="sibTrans" cxnId="{5716DB34-DFE5-473D-956E-7291449AD3D8}">
      <dgm:prSet/>
      <dgm:spPr/>
      <dgm:t>
        <a:bodyPr/>
        <a:lstStyle/>
        <a:p>
          <a:endParaRPr lang="en-US"/>
        </a:p>
      </dgm:t>
    </dgm:pt>
    <dgm:pt modelId="{3CF8C035-6381-4BD1-A871-2FE482A0A862}" type="pres">
      <dgm:prSet presAssocID="{939B2A86-9E19-471B-A22B-33F42A4FDCAF}" presName="root" presStyleCnt="0">
        <dgm:presLayoutVars>
          <dgm:dir/>
          <dgm:resizeHandles val="exact"/>
        </dgm:presLayoutVars>
      </dgm:prSet>
      <dgm:spPr/>
    </dgm:pt>
    <dgm:pt modelId="{385D81DB-3638-4522-A8ED-A9F03293BCFB}" type="pres">
      <dgm:prSet presAssocID="{1866EE23-16F0-4DED-88CD-36393BC7C8DC}" presName="compNode" presStyleCnt="0"/>
      <dgm:spPr/>
    </dgm:pt>
    <dgm:pt modelId="{70AE2845-A673-4ED8-AED7-925232B9CEEA}" type="pres">
      <dgm:prSet presAssocID="{1866EE23-16F0-4DED-88CD-36393BC7C8DC}"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Light Bulb and Gear"/>
        </a:ext>
      </dgm:extLst>
    </dgm:pt>
    <dgm:pt modelId="{07DE3515-B459-4944-83AB-DB7EE0B0518E}" type="pres">
      <dgm:prSet presAssocID="{1866EE23-16F0-4DED-88CD-36393BC7C8DC}" presName="spaceRect" presStyleCnt="0"/>
      <dgm:spPr/>
    </dgm:pt>
    <dgm:pt modelId="{6E6C4067-7A5B-4457-A2A4-756DFBA0EA2D}" type="pres">
      <dgm:prSet presAssocID="{1866EE23-16F0-4DED-88CD-36393BC7C8DC}" presName="textRect" presStyleLbl="revTx" presStyleIdx="0" presStyleCnt="3">
        <dgm:presLayoutVars>
          <dgm:chMax val="1"/>
          <dgm:chPref val="1"/>
        </dgm:presLayoutVars>
      </dgm:prSet>
      <dgm:spPr/>
    </dgm:pt>
    <dgm:pt modelId="{23BC7F90-DBE2-464A-91E2-8C1546C454AE}" type="pres">
      <dgm:prSet presAssocID="{DBE142EB-6114-44D7-BF20-3EE9407DA836}" presName="sibTrans" presStyleCnt="0"/>
      <dgm:spPr/>
    </dgm:pt>
    <dgm:pt modelId="{F509D5D9-20CE-4B26-BA49-C13F46D4E01B}" type="pres">
      <dgm:prSet presAssocID="{20D3180B-F735-49F2-B667-D8DB05AC2640}" presName="compNode" presStyleCnt="0"/>
      <dgm:spPr/>
    </dgm:pt>
    <dgm:pt modelId="{E9CE01F2-3771-4C73-ADB6-FF993950C6B8}" type="pres">
      <dgm:prSet presAssocID="{20D3180B-F735-49F2-B667-D8DB05AC2640}"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ears"/>
        </a:ext>
      </dgm:extLst>
    </dgm:pt>
    <dgm:pt modelId="{B6FBE8F6-77CB-48CC-8827-71D07978F222}" type="pres">
      <dgm:prSet presAssocID="{20D3180B-F735-49F2-B667-D8DB05AC2640}" presName="spaceRect" presStyleCnt="0"/>
      <dgm:spPr/>
    </dgm:pt>
    <dgm:pt modelId="{F0E70DDE-2C29-47FE-9041-AA7E4FEBEC8F}" type="pres">
      <dgm:prSet presAssocID="{20D3180B-F735-49F2-B667-D8DB05AC2640}" presName="textRect" presStyleLbl="revTx" presStyleIdx="1" presStyleCnt="3">
        <dgm:presLayoutVars>
          <dgm:chMax val="1"/>
          <dgm:chPref val="1"/>
        </dgm:presLayoutVars>
      </dgm:prSet>
      <dgm:spPr/>
    </dgm:pt>
    <dgm:pt modelId="{0B592123-D783-4737-BB9E-F60EE949D6EB}" type="pres">
      <dgm:prSet presAssocID="{3D825C45-B13A-4A5F-B1D6-DC30B8D6F34D}" presName="sibTrans" presStyleCnt="0"/>
      <dgm:spPr/>
    </dgm:pt>
    <dgm:pt modelId="{E658CF7F-F78C-4C7A-9D7A-F041E1DA0A5D}" type="pres">
      <dgm:prSet presAssocID="{D7902C91-7F74-4103-8520-843921B3B4F1}" presName="compNode" presStyleCnt="0"/>
      <dgm:spPr/>
    </dgm:pt>
    <dgm:pt modelId="{117A679B-1AA4-4AA1-BC8C-9F8A24879563}" type="pres">
      <dgm:prSet presAssocID="{D7902C91-7F74-4103-8520-843921B3B4F1}"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Flowchart"/>
        </a:ext>
      </dgm:extLst>
    </dgm:pt>
    <dgm:pt modelId="{71AB5F0F-F22C-453D-98D8-4FC207B4C69F}" type="pres">
      <dgm:prSet presAssocID="{D7902C91-7F74-4103-8520-843921B3B4F1}" presName="spaceRect" presStyleCnt="0"/>
      <dgm:spPr/>
    </dgm:pt>
    <dgm:pt modelId="{5AC499AB-DAD4-4122-9F43-54288781ED8B}" type="pres">
      <dgm:prSet presAssocID="{D7902C91-7F74-4103-8520-843921B3B4F1}" presName="textRect" presStyleLbl="revTx" presStyleIdx="2" presStyleCnt="3">
        <dgm:presLayoutVars>
          <dgm:chMax val="1"/>
          <dgm:chPref val="1"/>
        </dgm:presLayoutVars>
      </dgm:prSet>
      <dgm:spPr/>
    </dgm:pt>
  </dgm:ptLst>
  <dgm:cxnLst>
    <dgm:cxn modelId="{5716DB34-DFE5-473D-956E-7291449AD3D8}" srcId="{939B2A86-9E19-471B-A22B-33F42A4FDCAF}" destId="{D7902C91-7F74-4103-8520-843921B3B4F1}" srcOrd="2" destOrd="0" parTransId="{08EB380E-C3EE-47A3-9CFE-536B52599353}" sibTransId="{E368CCF1-D7B6-41CA-9EAB-FE416FBE10B8}"/>
    <dgm:cxn modelId="{A3F5403D-8BB2-4C1E-8E02-B4D873FF0FA0}" type="presOf" srcId="{D7902C91-7F74-4103-8520-843921B3B4F1}" destId="{5AC499AB-DAD4-4122-9F43-54288781ED8B}" srcOrd="0" destOrd="0" presId="urn:microsoft.com/office/officeart/2018/2/layout/IconLabelList"/>
    <dgm:cxn modelId="{0C17E869-044D-4F90-9D3F-0954076A83F9}" srcId="{939B2A86-9E19-471B-A22B-33F42A4FDCAF}" destId="{1866EE23-16F0-4DED-88CD-36393BC7C8DC}" srcOrd="0" destOrd="0" parTransId="{C9441E56-FBDA-451F-898B-A183B5F85D8C}" sibTransId="{DBE142EB-6114-44D7-BF20-3EE9407DA836}"/>
    <dgm:cxn modelId="{28748C88-0F6C-439B-BA77-45F690C3AFD5}" type="presOf" srcId="{20D3180B-F735-49F2-B667-D8DB05AC2640}" destId="{F0E70DDE-2C29-47FE-9041-AA7E4FEBEC8F}" srcOrd="0" destOrd="0" presId="urn:microsoft.com/office/officeart/2018/2/layout/IconLabelList"/>
    <dgm:cxn modelId="{268D01B7-215D-4046-BA17-2DD8A978D5F7}" type="presOf" srcId="{1866EE23-16F0-4DED-88CD-36393BC7C8DC}" destId="{6E6C4067-7A5B-4457-A2A4-756DFBA0EA2D}" srcOrd="0" destOrd="0" presId="urn:microsoft.com/office/officeart/2018/2/layout/IconLabelList"/>
    <dgm:cxn modelId="{17A6A4C7-DC3E-4F04-A164-57C382E43EBC}" type="presOf" srcId="{939B2A86-9E19-471B-A22B-33F42A4FDCAF}" destId="{3CF8C035-6381-4BD1-A871-2FE482A0A862}" srcOrd="0" destOrd="0" presId="urn:microsoft.com/office/officeart/2018/2/layout/IconLabelList"/>
    <dgm:cxn modelId="{629E50EB-6E8C-4BF8-999C-854410353F9C}" srcId="{939B2A86-9E19-471B-A22B-33F42A4FDCAF}" destId="{20D3180B-F735-49F2-B667-D8DB05AC2640}" srcOrd="1" destOrd="0" parTransId="{D8E4C238-2BE2-4FCD-9CB6-78E0F1A23A76}" sibTransId="{3D825C45-B13A-4A5F-B1D6-DC30B8D6F34D}"/>
    <dgm:cxn modelId="{31876FFB-6932-476E-AFAD-74F6BF9944EB}" type="presParOf" srcId="{3CF8C035-6381-4BD1-A871-2FE482A0A862}" destId="{385D81DB-3638-4522-A8ED-A9F03293BCFB}" srcOrd="0" destOrd="0" presId="urn:microsoft.com/office/officeart/2018/2/layout/IconLabelList"/>
    <dgm:cxn modelId="{ED0DCEF0-2F35-4F15-83DF-D4C6CB54FDEE}" type="presParOf" srcId="{385D81DB-3638-4522-A8ED-A9F03293BCFB}" destId="{70AE2845-A673-4ED8-AED7-925232B9CEEA}" srcOrd="0" destOrd="0" presId="urn:microsoft.com/office/officeart/2018/2/layout/IconLabelList"/>
    <dgm:cxn modelId="{2658261E-4B5D-4032-AC73-3725BA1586DF}" type="presParOf" srcId="{385D81DB-3638-4522-A8ED-A9F03293BCFB}" destId="{07DE3515-B459-4944-83AB-DB7EE0B0518E}" srcOrd="1" destOrd="0" presId="urn:microsoft.com/office/officeart/2018/2/layout/IconLabelList"/>
    <dgm:cxn modelId="{66BB89EA-226F-4E6D-AD1C-233D4377E5FD}" type="presParOf" srcId="{385D81DB-3638-4522-A8ED-A9F03293BCFB}" destId="{6E6C4067-7A5B-4457-A2A4-756DFBA0EA2D}" srcOrd="2" destOrd="0" presId="urn:microsoft.com/office/officeart/2018/2/layout/IconLabelList"/>
    <dgm:cxn modelId="{C496368F-D31C-4835-9477-CC85DE6C7DE8}" type="presParOf" srcId="{3CF8C035-6381-4BD1-A871-2FE482A0A862}" destId="{23BC7F90-DBE2-464A-91E2-8C1546C454AE}" srcOrd="1" destOrd="0" presId="urn:microsoft.com/office/officeart/2018/2/layout/IconLabelList"/>
    <dgm:cxn modelId="{CBD3DFDA-1E4B-4033-88E6-4867D01BC6AF}" type="presParOf" srcId="{3CF8C035-6381-4BD1-A871-2FE482A0A862}" destId="{F509D5D9-20CE-4B26-BA49-C13F46D4E01B}" srcOrd="2" destOrd="0" presId="urn:microsoft.com/office/officeart/2018/2/layout/IconLabelList"/>
    <dgm:cxn modelId="{522E90EB-A022-4B90-A280-477BDD027A41}" type="presParOf" srcId="{F509D5D9-20CE-4B26-BA49-C13F46D4E01B}" destId="{E9CE01F2-3771-4C73-ADB6-FF993950C6B8}" srcOrd="0" destOrd="0" presId="urn:microsoft.com/office/officeart/2018/2/layout/IconLabelList"/>
    <dgm:cxn modelId="{81FEFA4D-2D8F-468B-A4E1-882BB9BB5707}" type="presParOf" srcId="{F509D5D9-20CE-4B26-BA49-C13F46D4E01B}" destId="{B6FBE8F6-77CB-48CC-8827-71D07978F222}" srcOrd="1" destOrd="0" presId="urn:microsoft.com/office/officeart/2018/2/layout/IconLabelList"/>
    <dgm:cxn modelId="{9A309620-BAB3-4013-80BF-4C19524F053C}" type="presParOf" srcId="{F509D5D9-20CE-4B26-BA49-C13F46D4E01B}" destId="{F0E70DDE-2C29-47FE-9041-AA7E4FEBEC8F}" srcOrd="2" destOrd="0" presId="urn:microsoft.com/office/officeart/2018/2/layout/IconLabelList"/>
    <dgm:cxn modelId="{F6BDEF34-B9EA-414E-AA80-68004F9941F2}" type="presParOf" srcId="{3CF8C035-6381-4BD1-A871-2FE482A0A862}" destId="{0B592123-D783-4737-BB9E-F60EE949D6EB}" srcOrd="3" destOrd="0" presId="urn:microsoft.com/office/officeart/2018/2/layout/IconLabelList"/>
    <dgm:cxn modelId="{64E5A9B4-74CF-442C-BE9D-57F550EB7FA6}" type="presParOf" srcId="{3CF8C035-6381-4BD1-A871-2FE482A0A862}" destId="{E658CF7F-F78C-4C7A-9D7A-F041E1DA0A5D}" srcOrd="4" destOrd="0" presId="urn:microsoft.com/office/officeart/2018/2/layout/IconLabelList"/>
    <dgm:cxn modelId="{D98B6EB7-EA10-4297-9ABA-9B883CC12DC2}" type="presParOf" srcId="{E658CF7F-F78C-4C7A-9D7A-F041E1DA0A5D}" destId="{117A679B-1AA4-4AA1-BC8C-9F8A24879563}" srcOrd="0" destOrd="0" presId="urn:microsoft.com/office/officeart/2018/2/layout/IconLabelList"/>
    <dgm:cxn modelId="{4DE71AD8-56F0-4119-9E1A-DB8ADD4BFCD0}" type="presParOf" srcId="{E658CF7F-F78C-4C7A-9D7A-F041E1DA0A5D}" destId="{71AB5F0F-F22C-453D-98D8-4FC207B4C69F}" srcOrd="1" destOrd="0" presId="urn:microsoft.com/office/officeart/2018/2/layout/IconLabelList"/>
    <dgm:cxn modelId="{0A90521C-3E82-4FE1-A8DC-4E3047F6CF9A}" type="presParOf" srcId="{E658CF7F-F78C-4C7A-9D7A-F041E1DA0A5D}" destId="{5AC499AB-DAD4-4122-9F43-54288781ED8B}"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98853B0-B695-4FBC-BF1B-EDDB065A9518}"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66C7AE57-ABA2-4AE1-8C99-BD94AE40238F}">
      <dgm:prSet/>
      <dgm:spPr/>
      <dgm:t>
        <a:bodyPr/>
        <a:lstStyle/>
        <a:p>
          <a:r>
            <a:rPr lang="en-US"/>
            <a:t>An external perspective, where you model the context or environment of the system.</a:t>
          </a:r>
        </a:p>
      </dgm:t>
    </dgm:pt>
    <dgm:pt modelId="{F48BD643-C061-40D7-AE8C-56C8A265D8C7}" type="parTrans" cxnId="{E73665D8-9CB7-4BA9-B631-6EFB1A0D937D}">
      <dgm:prSet/>
      <dgm:spPr/>
      <dgm:t>
        <a:bodyPr/>
        <a:lstStyle/>
        <a:p>
          <a:endParaRPr lang="en-US"/>
        </a:p>
      </dgm:t>
    </dgm:pt>
    <dgm:pt modelId="{F198A0F0-0BD6-4B4B-A363-4351AA2CC6D4}" type="sibTrans" cxnId="{E73665D8-9CB7-4BA9-B631-6EFB1A0D937D}">
      <dgm:prSet/>
      <dgm:spPr/>
      <dgm:t>
        <a:bodyPr/>
        <a:lstStyle/>
        <a:p>
          <a:endParaRPr lang="en-US"/>
        </a:p>
      </dgm:t>
    </dgm:pt>
    <dgm:pt modelId="{2A2C2F8E-4DE7-4081-B1E8-080C458126F0}">
      <dgm:prSet/>
      <dgm:spPr/>
      <dgm:t>
        <a:bodyPr/>
        <a:lstStyle/>
        <a:p>
          <a:r>
            <a:rPr lang="en-US"/>
            <a:t>An interaction perspective, where you model the interactions between a system and its environment, or between the components of a system.</a:t>
          </a:r>
        </a:p>
      </dgm:t>
    </dgm:pt>
    <dgm:pt modelId="{F6508F63-AD1F-469A-BF2B-9BB29B448608}" type="parTrans" cxnId="{A79B4333-EF05-4CCE-BCC0-97B62356A7C6}">
      <dgm:prSet/>
      <dgm:spPr/>
      <dgm:t>
        <a:bodyPr/>
        <a:lstStyle/>
        <a:p>
          <a:endParaRPr lang="en-US"/>
        </a:p>
      </dgm:t>
    </dgm:pt>
    <dgm:pt modelId="{64DF2BA3-9210-4124-B6BF-6DD8F2A96C40}" type="sibTrans" cxnId="{A79B4333-EF05-4CCE-BCC0-97B62356A7C6}">
      <dgm:prSet/>
      <dgm:spPr/>
      <dgm:t>
        <a:bodyPr/>
        <a:lstStyle/>
        <a:p>
          <a:endParaRPr lang="en-US"/>
        </a:p>
      </dgm:t>
    </dgm:pt>
    <dgm:pt modelId="{D1CD5B7A-BDE0-41BF-8709-48034163FCAA}">
      <dgm:prSet/>
      <dgm:spPr/>
      <dgm:t>
        <a:bodyPr/>
        <a:lstStyle/>
        <a:p>
          <a:r>
            <a:rPr lang="en-US"/>
            <a:t>A structural perspective, where you model the organization of a system or the structure of the data that is processed by the system.</a:t>
          </a:r>
        </a:p>
      </dgm:t>
    </dgm:pt>
    <dgm:pt modelId="{93DC66F6-8F68-4984-84F9-33D096C534BA}" type="parTrans" cxnId="{62A04E7F-DCCA-44C2-BA04-9C2F2D06371A}">
      <dgm:prSet/>
      <dgm:spPr/>
      <dgm:t>
        <a:bodyPr/>
        <a:lstStyle/>
        <a:p>
          <a:endParaRPr lang="en-US"/>
        </a:p>
      </dgm:t>
    </dgm:pt>
    <dgm:pt modelId="{E66C0D49-EE97-40DE-83A4-5581929A8D40}" type="sibTrans" cxnId="{62A04E7F-DCCA-44C2-BA04-9C2F2D06371A}">
      <dgm:prSet/>
      <dgm:spPr/>
      <dgm:t>
        <a:bodyPr/>
        <a:lstStyle/>
        <a:p>
          <a:endParaRPr lang="en-US"/>
        </a:p>
      </dgm:t>
    </dgm:pt>
    <dgm:pt modelId="{D278100D-3D5F-4000-B1EB-6CB3FBAF5970}">
      <dgm:prSet/>
      <dgm:spPr/>
      <dgm:t>
        <a:bodyPr/>
        <a:lstStyle/>
        <a:p>
          <a:r>
            <a:rPr lang="en-US"/>
            <a:t>A behavioral perspective, where you model the dynamic behavior of the system and how it responds to events. </a:t>
          </a:r>
        </a:p>
      </dgm:t>
    </dgm:pt>
    <dgm:pt modelId="{9B3F8609-D17A-4FC1-8E0D-C0BB2C2AFF55}" type="parTrans" cxnId="{0D707F21-57B5-470F-B4BB-E2C1FDF2DD6C}">
      <dgm:prSet/>
      <dgm:spPr/>
      <dgm:t>
        <a:bodyPr/>
        <a:lstStyle/>
        <a:p>
          <a:endParaRPr lang="en-US"/>
        </a:p>
      </dgm:t>
    </dgm:pt>
    <dgm:pt modelId="{91531916-BEF3-4441-921F-DC843ED63CF0}" type="sibTrans" cxnId="{0D707F21-57B5-470F-B4BB-E2C1FDF2DD6C}">
      <dgm:prSet/>
      <dgm:spPr/>
      <dgm:t>
        <a:bodyPr/>
        <a:lstStyle/>
        <a:p>
          <a:endParaRPr lang="en-US"/>
        </a:p>
      </dgm:t>
    </dgm:pt>
    <dgm:pt modelId="{3FB46C76-56D7-4244-98C8-71102C59C711}" type="pres">
      <dgm:prSet presAssocID="{F98853B0-B695-4FBC-BF1B-EDDB065A9518}" presName="linear" presStyleCnt="0">
        <dgm:presLayoutVars>
          <dgm:animLvl val="lvl"/>
          <dgm:resizeHandles val="exact"/>
        </dgm:presLayoutVars>
      </dgm:prSet>
      <dgm:spPr/>
    </dgm:pt>
    <dgm:pt modelId="{4D531AE0-DB55-4DC3-89A4-6E800AF1487F}" type="pres">
      <dgm:prSet presAssocID="{66C7AE57-ABA2-4AE1-8C99-BD94AE40238F}" presName="parentText" presStyleLbl="node1" presStyleIdx="0" presStyleCnt="4">
        <dgm:presLayoutVars>
          <dgm:chMax val="0"/>
          <dgm:bulletEnabled val="1"/>
        </dgm:presLayoutVars>
      </dgm:prSet>
      <dgm:spPr/>
    </dgm:pt>
    <dgm:pt modelId="{E65E6583-3BEE-4B84-AB5F-136EFD2CF165}" type="pres">
      <dgm:prSet presAssocID="{F198A0F0-0BD6-4B4B-A363-4351AA2CC6D4}" presName="spacer" presStyleCnt="0"/>
      <dgm:spPr/>
    </dgm:pt>
    <dgm:pt modelId="{B1586954-24B7-4B37-8335-762EB73F17E7}" type="pres">
      <dgm:prSet presAssocID="{2A2C2F8E-4DE7-4081-B1E8-080C458126F0}" presName="parentText" presStyleLbl="node1" presStyleIdx="1" presStyleCnt="4">
        <dgm:presLayoutVars>
          <dgm:chMax val="0"/>
          <dgm:bulletEnabled val="1"/>
        </dgm:presLayoutVars>
      </dgm:prSet>
      <dgm:spPr/>
    </dgm:pt>
    <dgm:pt modelId="{8DCB1634-3573-4743-80B3-4FF7440B449A}" type="pres">
      <dgm:prSet presAssocID="{64DF2BA3-9210-4124-B6BF-6DD8F2A96C40}" presName="spacer" presStyleCnt="0"/>
      <dgm:spPr/>
    </dgm:pt>
    <dgm:pt modelId="{B520BF84-E485-4C0F-8D44-B04261A2C476}" type="pres">
      <dgm:prSet presAssocID="{D1CD5B7A-BDE0-41BF-8709-48034163FCAA}" presName="parentText" presStyleLbl="node1" presStyleIdx="2" presStyleCnt="4">
        <dgm:presLayoutVars>
          <dgm:chMax val="0"/>
          <dgm:bulletEnabled val="1"/>
        </dgm:presLayoutVars>
      </dgm:prSet>
      <dgm:spPr/>
    </dgm:pt>
    <dgm:pt modelId="{75B72719-42C4-4D7B-BC1C-C234C43BF0C4}" type="pres">
      <dgm:prSet presAssocID="{E66C0D49-EE97-40DE-83A4-5581929A8D40}" presName="spacer" presStyleCnt="0"/>
      <dgm:spPr/>
    </dgm:pt>
    <dgm:pt modelId="{57FE74C7-7466-4E7C-BFB6-16C5FD706610}" type="pres">
      <dgm:prSet presAssocID="{D278100D-3D5F-4000-B1EB-6CB3FBAF5970}" presName="parentText" presStyleLbl="node1" presStyleIdx="3" presStyleCnt="4">
        <dgm:presLayoutVars>
          <dgm:chMax val="0"/>
          <dgm:bulletEnabled val="1"/>
        </dgm:presLayoutVars>
      </dgm:prSet>
      <dgm:spPr/>
    </dgm:pt>
  </dgm:ptLst>
  <dgm:cxnLst>
    <dgm:cxn modelId="{0D707F21-57B5-470F-B4BB-E2C1FDF2DD6C}" srcId="{F98853B0-B695-4FBC-BF1B-EDDB065A9518}" destId="{D278100D-3D5F-4000-B1EB-6CB3FBAF5970}" srcOrd="3" destOrd="0" parTransId="{9B3F8609-D17A-4FC1-8E0D-C0BB2C2AFF55}" sibTransId="{91531916-BEF3-4441-921F-DC843ED63CF0}"/>
    <dgm:cxn modelId="{701F7822-A29A-4E52-BC06-2B62C2E64AC7}" type="presOf" srcId="{D1CD5B7A-BDE0-41BF-8709-48034163FCAA}" destId="{B520BF84-E485-4C0F-8D44-B04261A2C476}" srcOrd="0" destOrd="0" presId="urn:microsoft.com/office/officeart/2005/8/layout/vList2"/>
    <dgm:cxn modelId="{A79B4333-EF05-4CCE-BCC0-97B62356A7C6}" srcId="{F98853B0-B695-4FBC-BF1B-EDDB065A9518}" destId="{2A2C2F8E-4DE7-4081-B1E8-080C458126F0}" srcOrd="1" destOrd="0" parTransId="{F6508F63-AD1F-469A-BF2B-9BB29B448608}" sibTransId="{64DF2BA3-9210-4124-B6BF-6DD8F2A96C40}"/>
    <dgm:cxn modelId="{9663BD41-8307-4C38-B986-9285A41AD1C8}" type="presOf" srcId="{66C7AE57-ABA2-4AE1-8C99-BD94AE40238F}" destId="{4D531AE0-DB55-4DC3-89A4-6E800AF1487F}" srcOrd="0" destOrd="0" presId="urn:microsoft.com/office/officeart/2005/8/layout/vList2"/>
    <dgm:cxn modelId="{62A04E7F-DCCA-44C2-BA04-9C2F2D06371A}" srcId="{F98853B0-B695-4FBC-BF1B-EDDB065A9518}" destId="{D1CD5B7A-BDE0-41BF-8709-48034163FCAA}" srcOrd="2" destOrd="0" parTransId="{93DC66F6-8F68-4984-84F9-33D096C534BA}" sibTransId="{E66C0D49-EE97-40DE-83A4-5581929A8D40}"/>
    <dgm:cxn modelId="{A6706385-3484-4E93-B0BB-0B66DA49EAD3}" type="presOf" srcId="{F98853B0-B695-4FBC-BF1B-EDDB065A9518}" destId="{3FB46C76-56D7-4244-98C8-71102C59C711}" srcOrd="0" destOrd="0" presId="urn:microsoft.com/office/officeart/2005/8/layout/vList2"/>
    <dgm:cxn modelId="{9D236D9F-C068-4A0F-B416-F0DE91FFF58A}" type="presOf" srcId="{2A2C2F8E-4DE7-4081-B1E8-080C458126F0}" destId="{B1586954-24B7-4B37-8335-762EB73F17E7}" srcOrd="0" destOrd="0" presId="urn:microsoft.com/office/officeart/2005/8/layout/vList2"/>
    <dgm:cxn modelId="{E73665D8-9CB7-4BA9-B631-6EFB1A0D937D}" srcId="{F98853B0-B695-4FBC-BF1B-EDDB065A9518}" destId="{66C7AE57-ABA2-4AE1-8C99-BD94AE40238F}" srcOrd="0" destOrd="0" parTransId="{F48BD643-C061-40D7-AE8C-56C8A265D8C7}" sibTransId="{F198A0F0-0BD6-4B4B-A363-4351AA2CC6D4}"/>
    <dgm:cxn modelId="{987A39E3-D829-4F7D-B67C-D7667E0B7663}" type="presOf" srcId="{D278100D-3D5F-4000-B1EB-6CB3FBAF5970}" destId="{57FE74C7-7466-4E7C-BFB6-16C5FD706610}" srcOrd="0" destOrd="0" presId="urn:microsoft.com/office/officeart/2005/8/layout/vList2"/>
    <dgm:cxn modelId="{6140CB3C-4912-480A-85EC-C762FFF80764}" type="presParOf" srcId="{3FB46C76-56D7-4244-98C8-71102C59C711}" destId="{4D531AE0-DB55-4DC3-89A4-6E800AF1487F}" srcOrd="0" destOrd="0" presId="urn:microsoft.com/office/officeart/2005/8/layout/vList2"/>
    <dgm:cxn modelId="{EC36B7C4-8875-4902-A6B3-F2889B42003B}" type="presParOf" srcId="{3FB46C76-56D7-4244-98C8-71102C59C711}" destId="{E65E6583-3BEE-4B84-AB5F-136EFD2CF165}" srcOrd="1" destOrd="0" presId="urn:microsoft.com/office/officeart/2005/8/layout/vList2"/>
    <dgm:cxn modelId="{7060C424-54C2-4FCF-980E-5F619BED3EF3}" type="presParOf" srcId="{3FB46C76-56D7-4244-98C8-71102C59C711}" destId="{B1586954-24B7-4B37-8335-762EB73F17E7}" srcOrd="2" destOrd="0" presId="urn:microsoft.com/office/officeart/2005/8/layout/vList2"/>
    <dgm:cxn modelId="{99B01BDA-8570-4E54-BE8E-142BAC71B4CE}" type="presParOf" srcId="{3FB46C76-56D7-4244-98C8-71102C59C711}" destId="{8DCB1634-3573-4743-80B3-4FF7440B449A}" srcOrd="3" destOrd="0" presId="urn:microsoft.com/office/officeart/2005/8/layout/vList2"/>
    <dgm:cxn modelId="{462D6744-678C-4C6B-899A-E26107A735AC}" type="presParOf" srcId="{3FB46C76-56D7-4244-98C8-71102C59C711}" destId="{B520BF84-E485-4C0F-8D44-B04261A2C476}" srcOrd="4" destOrd="0" presId="urn:microsoft.com/office/officeart/2005/8/layout/vList2"/>
    <dgm:cxn modelId="{29AA9495-FDBE-4987-9725-6FDB2A9D1EBA}" type="presParOf" srcId="{3FB46C76-56D7-4244-98C8-71102C59C711}" destId="{75B72719-42C4-4D7B-BC1C-C234C43BF0C4}" srcOrd="5" destOrd="0" presId="urn:microsoft.com/office/officeart/2005/8/layout/vList2"/>
    <dgm:cxn modelId="{5C6F7EE7-4306-4D34-8B07-E82D629CDF11}" type="presParOf" srcId="{3FB46C76-56D7-4244-98C8-71102C59C711}" destId="{57FE74C7-7466-4E7C-BFB6-16C5FD706610}"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CDF7A00-C838-4DAA-B84D-A3D0ED1EA0F8}"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31E40660-C02A-4DCA-B4D0-F292DB5A75A6}">
      <dgm:prSet/>
      <dgm:spPr/>
      <dgm:t>
        <a:bodyPr/>
        <a:lstStyle/>
        <a:p>
          <a:r>
            <a:rPr lang="en-US"/>
            <a:t>Activity diagrams, which show the activities involved in a process or in data processing .</a:t>
          </a:r>
        </a:p>
      </dgm:t>
    </dgm:pt>
    <dgm:pt modelId="{61BAA38A-536D-4FE5-AEBC-66396E2EBDC4}" type="parTrans" cxnId="{DF13400E-10CA-4DA5-810E-17C8C7492853}">
      <dgm:prSet/>
      <dgm:spPr/>
      <dgm:t>
        <a:bodyPr/>
        <a:lstStyle/>
        <a:p>
          <a:endParaRPr lang="en-US"/>
        </a:p>
      </dgm:t>
    </dgm:pt>
    <dgm:pt modelId="{F2AA5EF9-9EB5-402C-A640-40308280065B}" type="sibTrans" cxnId="{DF13400E-10CA-4DA5-810E-17C8C7492853}">
      <dgm:prSet/>
      <dgm:spPr/>
      <dgm:t>
        <a:bodyPr/>
        <a:lstStyle/>
        <a:p>
          <a:endParaRPr lang="en-US"/>
        </a:p>
      </dgm:t>
    </dgm:pt>
    <dgm:pt modelId="{CFD764B8-D84B-4487-AF1B-EF8616531424}">
      <dgm:prSet/>
      <dgm:spPr/>
      <dgm:t>
        <a:bodyPr/>
        <a:lstStyle/>
        <a:p>
          <a:r>
            <a:rPr lang="en-US"/>
            <a:t>Use case diagrams, which show the interactions between a system and its environment. </a:t>
          </a:r>
        </a:p>
      </dgm:t>
    </dgm:pt>
    <dgm:pt modelId="{5E406F1E-F755-485E-B185-98DDCFF40A48}" type="parTrans" cxnId="{510A9609-A0E1-42C3-90B2-8EBA909E43B7}">
      <dgm:prSet/>
      <dgm:spPr/>
      <dgm:t>
        <a:bodyPr/>
        <a:lstStyle/>
        <a:p>
          <a:endParaRPr lang="en-US"/>
        </a:p>
      </dgm:t>
    </dgm:pt>
    <dgm:pt modelId="{9C1FF9B3-4771-40B2-AACA-F1EB26E12F6B}" type="sibTrans" cxnId="{510A9609-A0E1-42C3-90B2-8EBA909E43B7}">
      <dgm:prSet/>
      <dgm:spPr/>
      <dgm:t>
        <a:bodyPr/>
        <a:lstStyle/>
        <a:p>
          <a:endParaRPr lang="en-US"/>
        </a:p>
      </dgm:t>
    </dgm:pt>
    <dgm:pt modelId="{381A53D6-BE49-449A-BB1D-950255998B7E}">
      <dgm:prSet/>
      <dgm:spPr/>
      <dgm:t>
        <a:bodyPr/>
        <a:lstStyle/>
        <a:p>
          <a:r>
            <a:rPr lang="en-US"/>
            <a:t>Sequence diagrams, which show interactions between actors and the system and between system components.</a:t>
          </a:r>
        </a:p>
      </dgm:t>
    </dgm:pt>
    <dgm:pt modelId="{4EB4F4F7-1D2A-4718-8319-903FA83701DF}" type="parTrans" cxnId="{DB79F123-4577-49D3-8895-F8E0956EE3D0}">
      <dgm:prSet/>
      <dgm:spPr/>
      <dgm:t>
        <a:bodyPr/>
        <a:lstStyle/>
        <a:p>
          <a:endParaRPr lang="en-US"/>
        </a:p>
      </dgm:t>
    </dgm:pt>
    <dgm:pt modelId="{6C86E019-26F1-474E-99E2-EFA0DB27E020}" type="sibTrans" cxnId="{DB79F123-4577-49D3-8895-F8E0956EE3D0}">
      <dgm:prSet/>
      <dgm:spPr/>
      <dgm:t>
        <a:bodyPr/>
        <a:lstStyle/>
        <a:p>
          <a:endParaRPr lang="en-US"/>
        </a:p>
      </dgm:t>
    </dgm:pt>
    <dgm:pt modelId="{0430150F-DF43-4783-B2A5-BF273384AAC8}">
      <dgm:prSet/>
      <dgm:spPr/>
      <dgm:t>
        <a:bodyPr/>
        <a:lstStyle/>
        <a:p>
          <a:r>
            <a:rPr lang="en-US"/>
            <a:t>Class diagrams, which show the object classes in the system and the associations between these classes.</a:t>
          </a:r>
        </a:p>
      </dgm:t>
    </dgm:pt>
    <dgm:pt modelId="{6341AC51-4C18-4106-9BBC-D4ABAB52C165}" type="parTrans" cxnId="{961E5E0E-ADB0-41BD-BB01-CE20EFE8D187}">
      <dgm:prSet/>
      <dgm:spPr/>
      <dgm:t>
        <a:bodyPr/>
        <a:lstStyle/>
        <a:p>
          <a:endParaRPr lang="en-US"/>
        </a:p>
      </dgm:t>
    </dgm:pt>
    <dgm:pt modelId="{67E54F52-CF21-4689-BE24-1B8CDEE424FF}" type="sibTrans" cxnId="{961E5E0E-ADB0-41BD-BB01-CE20EFE8D187}">
      <dgm:prSet/>
      <dgm:spPr/>
      <dgm:t>
        <a:bodyPr/>
        <a:lstStyle/>
        <a:p>
          <a:endParaRPr lang="en-US"/>
        </a:p>
      </dgm:t>
    </dgm:pt>
    <dgm:pt modelId="{C94D0214-5864-41E2-9D6A-D0FD446E58D9}">
      <dgm:prSet/>
      <dgm:spPr/>
      <dgm:t>
        <a:bodyPr/>
        <a:lstStyle/>
        <a:p>
          <a:r>
            <a:rPr lang="en-US"/>
            <a:t>State diagrams, which show how the system reacts to internal and external events. </a:t>
          </a:r>
        </a:p>
      </dgm:t>
    </dgm:pt>
    <dgm:pt modelId="{BFB613DF-7B84-42E8-89ED-1079D5C08918}" type="parTrans" cxnId="{43F253AD-7DE9-48BF-BC8B-643222B23497}">
      <dgm:prSet/>
      <dgm:spPr/>
      <dgm:t>
        <a:bodyPr/>
        <a:lstStyle/>
        <a:p>
          <a:endParaRPr lang="en-US"/>
        </a:p>
      </dgm:t>
    </dgm:pt>
    <dgm:pt modelId="{7061B236-4FCD-4FAD-BFED-A30D0D5BB78D}" type="sibTrans" cxnId="{43F253AD-7DE9-48BF-BC8B-643222B23497}">
      <dgm:prSet/>
      <dgm:spPr/>
      <dgm:t>
        <a:bodyPr/>
        <a:lstStyle/>
        <a:p>
          <a:endParaRPr lang="en-US"/>
        </a:p>
      </dgm:t>
    </dgm:pt>
    <dgm:pt modelId="{329A28F5-4522-48F1-914E-F081BB66E111}" type="pres">
      <dgm:prSet presAssocID="{5CDF7A00-C838-4DAA-B84D-A3D0ED1EA0F8}" presName="linear" presStyleCnt="0">
        <dgm:presLayoutVars>
          <dgm:animLvl val="lvl"/>
          <dgm:resizeHandles val="exact"/>
        </dgm:presLayoutVars>
      </dgm:prSet>
      <dgm:spPr/>
    </dgm:pt>
    <dgm:pt modelId="{CA04BC6F-15B0-4D6F-8ABD-9A9F941EFEC5}" type="pres">
      <dgm:prSet presAssocID="{31E40660-C02A-4DCA-B4D0-F292DB5A75A6}" presName="parentText" presStyleLbl="node1" presStyleIdx="0" presStyleCnt="5">
        <dgm:presLayoutVars>
          <dgm:chMax val="0"/>
          <dgm:bulletEnabled val="1"/>
        </dgm:presLayoutVars>
      </dgm:prSet>
      <dgm:spPr/>
    </dgm:pt>
    <dgm:pt modelId="{958C4A4A-B0C1-4395-8D3F-44071F3B2A18}" type="pres">
      <dgm:prSet presAssocID="{F2AA5EF9-9EB5-402C-A640-40308280065B}" presName="spacer" presStyleCnt="0"/>
      <dgm:spPr/>
    </dgm:pt>
    <dgm:pt modelId="{BB8D2FA9-B025-49D0-99C7-A2269BF4F867}" type="pres">
      <dgm:prSet presAssocID="{CFD764B8-D84B-4487-AF1B-EF8616531424}" presName="parentText" presStyleLbl="node1" presStyleIdx="1" presStyleCnt="5">
        <dgm:presLayoutVars>
          <dgm:chMax val="0"/>
          <dgm:bulletEnabled val="1"/>
        </dgm:presLayoutVars>
      </dgm:prSet>
      <dgm:spPr/>
    </dgm:pt>
    <dgm:pt modelId="{DB5073E0-0A87-4020-BC9D-3ACD1FFADD69}" type="pres">
      <dgm:prSet presAssocID="{9C1FF9B3-4771-40B2-AACA-F1EB26E12F6B}" presName="spacer" presStyleCnt="0"/>
      <dgm:spPr/>
    </dgm:pt>
    <dgm:pt modelId="{93788B42-D35C-4E27-BEC2-2FB8993C4C7B}" type="pres">
      <dgm:prSet presAssocID="{381A53D6-BE49-449A-BB1D-950255998B7E}" presName="parentText" presStyleLbl="node1" presStyleIdx="2" presStyleCnt="5">
        <dgm:presLayoutVars>
          <dgm:chMax val="0"/>
          <dgm:bulletEnabled val="1"/>
        </dgm:presLayoutVars>
      </dgm:prSet>
      <dgm:spPr/>
    </dgm:pt>
    <dgm:pt modelId="{4B9A5889-8819-447B-BD94-829D55F50759}" type="pres">
      <dgm:prSet presAssocID="{6C86E019-26F1-474E-99E2-EFA0DB27E020}" presName="spacer" presStyleCnt="0"/>
      <dgm:spPr/>
    </dgm:pt>
    <dgm:pt modelId="{AF9441C0-5C22-4903-B618-6A0419BB9D2C}" type="pres">
      <dgm:prSet presAssocID="{0430150F-DF43-4783-B2A5-BF273384AAC8}" presName="parentText" presStyleLbl="node1" presStyleIdx="3" presStyleCnt="5">
        <dgm:presLayoutVars>
          <dgm:chMax val="0"/>
          <dgm:bulletEnabled val="1"/>
        </dgm:presLayoutVars>
      </dgm:prSet>
      <dgm:spPr/>
    </dgm:pt>
    <dgm:pt modelId="{AE2B1A05-22AE-47D3-935F-59B10DA0ABB3}" type="pres">
      <dgm:prSet presAssocID="{67E54F52-CF21-4689-BE24-1B8CDEE424FF}" presName="spacer" presStyleCnt="0"/>
      <dgm:spPr/>
    </dgm:pt>
    <dgm:pt modelId="{D56B8009-348A-4B18-8729-1B5262DA392F}" type="pres">
      <dgm:prSet presAssocID="{C94D0214-5864-41E2-9D6A-D0FD446E58D9}" presName="parentText" presStyleLbl="node1" presStyleIdx="4" presStyleCnt="5">
        <dgm:presLayoutVars>
          <dgm:chMax val="0"/>
          <dgm:bulletEnabled val="1"/>
        </dgm:presLayoutVars>
      </dgm:prSet>
      <dgm:spPr/>
    </dgm:pt>
  </dgm:ptLst>
  <dgm:cxnLst>
    <dgm:cxn modelId="{510A9609-A0E1-42C3-90B2-8EBA909E43B7}" srcId="{5CDF7A00-C838-4DAA-B84D-A3D0ED1EA0F8}" destId="{CFD764B8-D84B-4487-AF1B-EF8616531424}" srcOrd="1" destOrd="0" parTransId="{5E406F1E-F755-485E-B185-98DDCFF40A48}" sibTransId="{9C1FF9B3-4771-40B2-AACA-F1EB26E12F6B}"/>
    <dgm:cxn modelId="{DF13400E-10CA-4DA5-810E-17C8C7492853}" srcId="{5CDF7A00-C838-4DAA-B84D-A3D0ED1EA0F8}" destId="{31E40660-C02A-4DCA-B4D0-F292DB5A75A6}" srcOrd="0" destOrd="0" parTransId="{61BAA38A-536D-4FE5-AEBC-66396E2EBDC4}" sibTransId="{F2AA5EF9-9EB5-402C-A640-40308280065B}"/>
    <dgm:cxn modelId="{961E5E0E-ADB0-41BD-BB01-CE20EFE8D187}" srcId="{5CDF7A00-C838-4DAA-B84D-A3D0ED1EA0F8}" destId="{0430150F-DF43-4783-B2A5-BF273384AAC8}" srcOrd="3" destOrd="0" parTransId="{6341AC51-4C18-4106-9BBC-D4ABAB52C165}" sibTransId="{67E54F52-CF21-4689-BE24-1B8CDEE424FF}"/>
    <dgm:cxn modelId="{DB79F123-4577-49D3-8895-F8E0956EE3D0}" srcId="{5CDF7A00-C838-4DAA-B84D-A3D0ED1EA0F8}" destId="{381A53D6-BE49-449A-BB1D-950255998B7E}" srcOrd="2" destOrd="0" parTransId="{4EB4F4F7-1D2A-4718-8319-903FA83701DF}" sibTransId="{6C86E019-26F1-474E-99E2-EFA0DB27E020}"/>
    <dgm:cxn modelId="{198DAD31-99FE-4190-83D3-46D23AB5BD39}" type="presOf" srcId="{0430150F-DF43-4783-B2A5-BF273384AAC8}" destId="{AF9441C0-5C22-4903-B618-6A0419BB9D2C}" srcOrd="0" destOrd="0" presId="urn:microsoft.com/office/officeart/2005/8/layout/vList2"/>
    <dgm:cxn modelId="{66E34E32-1A1F-42D5-978D-C93575D15834}" type="presOf" srcId="{CFD764B8-D84B-4487-AF1B-EF8616531424}" destId="{BB8D2FA9-B025-49D0-99C7-A2269BF4F867}" srcOrd="0" destOrd="0" presId="urn:microsoft.com/office/officeart/2005/8/layout/vList2"/>
    <dgm:cxn modelId="{E74C0366-2A44-489F-B1B9-9723EDF2ED58}" type="presOf" srcId="{5CDF7A00-C838-4DAA-B84D-A3D0ED1EA0F8}" destId="{329A28F5-4522-48F1-914E-F081BB66E111}" srcOrd="0" destOrd="0" presId="urn:microsoft.com/office/officeart/2005/8/layout/vList2"/>
    <dgm:cxn modelId="{1F82BC6B-2521-4328-B7E0-602AEC0C4E89}" type="presOf" srcId="{C94D0214-5864-41E2-9D6A-D0FD446E58D9}" destId="{D56B8009-348A-4B18-8729-1B5262DA392F}" srcOrd="0" destOrd="0" presId="urn:microsoft.com/office/officeart/2005/8/layout/vList2"/>
    <dgm:cxn modelId="{D2CCC189-95F4-4E46-B0E2-E8AE3083BB80}" type="presOf" srcId="{31E40660-C02A-4DCA-B4D0-F292DB5A75A6}" destId="{CA04BC6F-15B0-4D6F-8ABD-9A9F941EFEC5}" srcOrd="0" destOrd="0" presId="urn:microsoft.com/office/officeart/2005/8/layout/vList2"/>
    <dgm:cxn modelId="{43F253AD-7DE9-48BF-BC8B-643222B23497}" srcId="{5CDF7A00-C838-4DAA-B84D-A3D0ED1EA0F8}" destId="{C94D0214-5864-41E2-9D6A-D0FD446E58D9}" srcOrd="4" destOrd="0" parTransId="{BFB613DF-7B84-42E8-89ED-1079D5C08918}" sibTransId="{7061B236-4FCD-4FAD-BFED-A30D0D5BB78D}"/>
    <dgm:cxn modelId="{4A24CFBD-F850-4564-9F47-5A934DA0BE54}" type="presOf" srcId="{381A53D6-BE49-449A-BB1D-950255998B7E}" destId="{93788B42-D35C-4E27-BEC2-2FB8993C4C7B}" srcOrd="0" destOrd="0" presId="urn:microsoft.com/office/officeart/2005/8/layout/vList2"/>
    <dgm:cxn modelId="{93126745-8D16-4ED3-82C0-AF87C9FC9AAB}" type="presParOf" srcId="{329A28F5-4522-48F1-914E-F081BB66E111}" destId="{CA04BC6F-15B0-4D6F-8ABD-9A9F941EFEC5}" srcOrd="0" destOrd="0" presId="urn:microsoft.com/office/officeart/2005/8/layout/vList2"/>
    <dgm:cxn modelId="{E51EABF5-F6C6-47D8-96B8-F6946AB45C49}" type="presParOf" srcId="{329A28F5-4522-48F1-914E-F081BB66E111}" destId="{958C4A4A-B0C1-4395-8D3F-44071F3B2A18}" srcOrd="1" destOrd="0" presId="urn:microsoft.com/office/officeart/2005/8/layout/vList2"/>
    <dgm:cxn modelId="{C5258CEF-7F89-4851-B26A-5C151DC02AD2}" type="presParOf" srcId="{329A28F5-4522-48F1-914E-F081BB66E111}" destId="{BB8D2FA9-B025-49D0-99C7-A2269BF4F867}" srcOrd="2" destOrd="0" presId="urn:microsoft.com/office/officeart/2005/8/layout/vList2"/>
    <dgm:cxn modelId="{28E3C716-81AD-479D-B4E0-F54BE0155071}" type="presParOf" srcId="{329A28F5-4522-48F1-914E-F081BB66E111}" destId="{DB5073E0-0A87-4020-BC9D-3ACD1FFADD69}" srcOrd="3" destOrd="0" presId="urn:microsoft.com/office/officeart/2005/8/layout/vList2"/>
    <dgm:cxn modelId="{891FCCF4-524C-47B2-9F57-AB3E322083ED}" type="presParOf" srcId="{329A28F5-4522-48F1-914E-F081BB66E111}" destId="{93788B42-D35C-4E27-BEC2-2FB8993C4C7B}" srcOrd="4" destOrd="0" presId="urn:microsoft.com/office/officeart/2005/8/layout/vList2"/>
    <dgm:cxn modelId="{B8C718BB-0A0C-44BD-85B3-5A92FB07CC99}" type="presParOf" srcId="{329A28F5-4522-48F1-914E-F081BB66E111}" destId="{4B9A5889-8819-447B-BD94-829D55F50759}" srcOrd="5" destOrd="0" presId="urn:microsoft.com/office/officeart/2005/8/layout/vList2"/>
    <dgm:cxn modelId="{4FF0ECF3-48B5-4FE2-89FD-76EF5CF87A99}" type="presParOf" srcId="{329A28F5-4522-48F1-914E-F081BB66E111}" destId="{AF9441C0-5C22-4903-B618-6A0419BB9D2C}" srcOrd="6" destOrd="0" presId="urn:microsoft.com/office/officeart/2005/8/layout/vList2"/>
    <dgm:cxn modelId="{695255A6-00E1-473B-BEC6-3AC408E52468}" type="presParOf" srcId="{329A28F5-4522-48F1-914E-F081BB66E111}" destId="{AE2B1A05-22AE-47D3-935F-59B10DA0ABB3}" srcOrd="7" destOrd="0" presId="urn:microsoft.com/office/officeart/2005/8/layout/vList2"/>
    <dgm:cxn modelId="{89988A20-0B91-498E-8270-28E4981866C5}" type="presParOf" srcId="{329A28F5-4522-48F1-914E-F081BB66E111}" destId="{D56B8009-348A-4B18-8729-1B5262DA392F}"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582BEB6B-4ACD-4ED1-80BA-971D3CE8DE2C}"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AD5DB32F-7D85-40E6-835D-E0C3659107DA}">
      <dgm:prSet/>
      <dgm:spPr/>
      <dgm:t>
        <a:bodyPr/>
        <a:lstStyle/>
        <a:p>
          <a:r>
            <a:rPr lang="en-US"/>
            <a:t>As a means of facilitating discussion about an existing or proposed system</a:t>
          </a:r>
        </a:p>
      </dgm:t>
    </dgm:pt>
    <dgm:pt modelId="{011784F2-26DC-4E4D-91BF-835982B8174A}" type="parTrans" cxnId="{84137EF2-D9D5-42D6-ADE6-6F91A4052B09}">
      <dgm:prSet/>
      <dgm:spPr/>
      <dgm:t>
        <a:bodyPr/>
        <a:lstStyle/>
        <a:p>
          <a:endParaRPr lang="en-US"/>
        </a:p>
      </dgm:t>
    </dgm:pt>
    <dgm:pt modelId="{C3CAA905-16F7-4EC3-AA32-EB3705AC3717}" type="sibTrans" cxnId="{84137EF2-D9D5-42D6-ADE6-6F91A4052B09}">
      <dgm:prSet/>
      <dgm:spPr/>
      <dgm:t>
        <a:bodyPr/>
        <a:lstStyle/>
        <a:p>
          <a:endParaRPr lang="en-US"/>
        </a:p>
      </dgm:t>
    </dgm:pt>
    <dgm:pt modelId="{12AAC3AF-00A3-4BE5-8A87-F525B9FD69C2}">
      <dgm:prSet/>
      <dgm:spPr/>
      <dgm:t>
        <a:bodyPr/>
        <a:lstStyle/>
        <a:p>
          <a:r>
            <a:rPr lang="en-US"/>
            <a:t>Incomplete and incorrect models are OK as their role is to support discussion.</a:t>
          </a:r>
        </a:p>
      </dgm:t>
    </dgm:pt>
    <dgm:pt modelId="{35ADA352-72C6-4AA9-8763-60EA85B78CEE}" type="parTrans" cxnId="{629F36AC-DB22-4E26-BA88-88951A24FF87}">
      <dgm:prSet/>
      <dgm:spPr/>
      <dgm:t>
        <a:bodyPr/>
        <a:lstStyle/>
        <a:p>
          <a:endParaRPr lang="en-US"/>
        </a:p>
      </dgm:t>
    </dgm:pt>
    <dgm:pt modelId="{536BD521-AADF-4DD2-9A12-DB0F0AC611CC}" type="sibTrans" cxnId="{629F36AC-DB22-4E26-BA88-88951A24FF87}">
      <dgm:prSet/>
      <dgm:spPr/>
      <dgm:t>
        <a:bodyPr/>
        <a:lstStyle/>
        <a:p>
          <a:endParaRPr lang="en-US"/>
        </a:p>
      </dgm:t>
    </dgm:pt>
    <dgm:pt modelId="{A076181A-904B-472D-8F18-D5FA9B0B8CC4}">
      <dgm:prSet/>
      <dgm:spPr/>
      <dgm:t>
        <a:bodyPr/>
        <a:lstStyle/>
        <a:p>
          <a:r>
            <a:rPr lang="en-US"/>
            <a:t>As a way of documenting an existing system</a:t>
          </a:r>
        </a:p>
      </dgm:t>
    </dgm:pt>
    <dgm:pt modelId="{F9C94426-76F5-4CA4-A2F7-FD54A049B354}" type="parTrans" cxnId="{F4969247-4B5E-4A1A-981F-307AC0E9BB0D}">
      <dgm:prSet/>
      <dgm:spPr/>
      <dgm:t>
        <a:bodyPr/>
        <a:lstStyle/>
        <a:p>
          <a:endParaRPr lang="en-US"/>
        </a:p>
      </dgm:t>
    </dgm:pt>
    <dgm:pt modelId="{77CB559C-798B-47EA-8FB7-5D78AE2B7DA8}" type="sibTrans" cxnId="{F4969247-4B5E-4A1A-981F-307AC0E9BB0D}">
      <dgm:prSet/>
      <dgm:spPr/>
      <dgm:t>
        <a:bodyPr/>
        <a:lstStyle/>
        <a:p>
          <a:endParaRPr lang="en-US"/>
        </a:p>
      </dgm:t>
    </dgm:pt>
    <dgm:pt modelId="{96AED2F5-479A-414A-869F-45FF70E50879}">
      <dgm:prSet/>
      <dgm:spPr/>
      <dgm:t>
        <a:bodyPr/>
        <a:lstStyle/>
        <a:p>
          <a:r>
            <a:rPr lang="en-US"/>
            <a:t>Models should be an accurate representation of the system but need not be complete.</a:t>
          </a:r>
        </a:p>
      </dgm:t>
    </dgm:pt>
    <dgm:pt modelId="{9D365EB9-DEE1-4B75-91B9-9EF17698A068}" type="parTrans" cxnId="{C4B02936-BE98-44E1-AE28-654779B5BFC4}">
      <dgm:prSet/>
      <dgm:spPr/>
      <dgm:t>
        <a:bodyPr/>
        <a:lstStyle/>
        <a:p>
          <a:endParaRPr lang="en-US"/>
        </a:p>
      </dgm:t>
    </dgm:pt>
    <dgm:pt modelId="{CA3E973B-4272-466A-B882-87EAF1FA6ACC}" type="sibTrans" cxnId="{C4B02936-BE98-44E1-AE28-654779B5BFC4}">
      <dgm:prSet/>
      <dgm:spPr/>
      <dgm:t>
        <a:bodyPr/>
        <a:lstStyle/>
        <a:p>
          <a:endParaRPr lang="en-US"/>
        </a:p>
      </dgm:t>
    </dgm:pt>
    <dgm:pt modelId="{18235450-92C6-45B7-94E3-8DCD39A7B0BE}">
      <dgm:prSet/>
      <dgm:spPr/>
      <dgm:t>
        <a:bodyPr/>
        <a:lstStyle/>
        <a:p>
          <a:r>
            <a:rPr lang="en-US"/>
            <a:t>As a detailed system description that can be used to generate a system implementation</a:t>
          </a:r>
        </a:p>
      </dgm:t>
    </dgm:pt>
    <dgm:pt modelId="{1F022945-37B5-43C7-8612-01EB34025157}" type="parTrans" cxnId="{B6717C5F-EABA-4F5E-859F-45C9C69F029B}">
      <dgm:prSet/>
      <dgm:spPr/>
      <dgm:t>
        <a:bodyPr/>
        <a:lstStyle/>
        <a:p>
          <a:endParaRPr lang="en-US"/>
        </a:p>
      </dgm:t>
    </dgm:pt>
    <dgm:pt modelId="{71A960FE-3D34-4239-B61F-EFCB37A38015}" type="sibTrans" cxnId="{B6717C5F-EABA-4F5E-859F-45C9C69F029B}">
      <dgm:prSet/>
      <dgm:spPr/>
      <dgm:t>
        <a:bodyPr/>
        <a:lstStyle/>
        <a:p>
          <a:endParaRPr lang="en-US"/>
        </a:p>
      </dgm:t>
    </dgm:pt>
    <dgm:pt modelId="{C5570D83-3CE9-4AB9-B0C8-41BBA8A4FB37}">
      <dgm:prSet/>
      <dgm:spPr/>
      <dgm:t>
        <a:bodyPr/>
        <a:lstStyle/>
        <a:p>
          <a:r>
            <a:rPr lang="en-US"/>
            <a:t>Models have to be both correct and complete.</a:t>
          </a:r>
        </a:p>
      </dgm:t>
    </dgm:pt>
    <dgm:pt modelId="{50D45BC4-0AE3-4ACF-B5F1-D0DF088132DF}" type="parTrans" cxnId="{F77119ED-612F-454F-9CC2-AB5325D628E9}">
      <dgm:prSet/>
      <dgm:spPr/>
      <dgm:t>
        <a:bodyPr/>
        <a:lstStyle/>
        <a:p>
          <a:endParaRPr lang="en-US"/>
        </a:p>
      </dgm:t>
    </dgm:pt>
    <dgm:pt modelId="{06C28DF2-0DDD-436D-85B3-8FC5C72407D1}" type="sibTrans" cxnId="{F77119ED-612F-454F-9CC2-AB5325D628E9}">
      <dgm:prSet/>
      <dgm:spPr/>
      <dgm:t>
        <a:bodyPr/>
        <a:lstStyle/>
        <a:p>
          <a:endParaRPr lang="en-US"/>
        </a:p>
      </dgm:t>
    </dgm:pt>
    <dgm:pt modelId="{D1D39D16-3912-4E77-971F-7C0465F70AC8}" type="pres">
      <dgm:prSet presAssocID="{582BEB6B-4ACD-4ED1-80BA-971D3CE8DE2C}" presName="linear" presStyleCnt="0">
        <dgm:presLayoutVars>
          <dgm:animLvl val="lvl"/>
          <dgm:resizeHandles val="exact"/>
        </dgm:presLayoutVars>
      </dgm:prSet>
      <dgm:spPr/>
    </dgm:pt>
    <dgm:pt modelId="{930230EC-2370-4AE1-8C83-76000E0694E9}" type="pres">
      <dgm:prSet presAssocID="{AD5DB32F-7D85-40E6-835D-E0C3659107DA}" presName="parentText" presStyleLbl="node1" presStyleIdx="0" presStyleCnt="3">
        <dgm:presLayoutVars>
          <dgm:chMax val="0"/>
          <dgm:bulletEnabled val="1"/>
        </dgm:presLayoutVars>
      </dgm:prSet>
      <dgm:spPr/>
    </dgm:pt>
    <dgm:pt modelId="{D26FC42D-7D22-40BE-B279-9282529C6C00}" type="pres">
      <dgm:prSet presAssocID="{AD5DB32F-7D85-40E6-835D-E0C3659107DA}" presName="childText" presStyleLbl="revTx" presStyleIdx="0" presStyleCnt="3">
        <dgm:presLayoutVars>
          <dgm:bulletEnabled val="1"/>
        </dgm:presLayoutVars>
      </dgm:prSet>
      <dgm:spPr/>
    </dgm:pt>
    <dgm:pt modelId="{6842D8C3-4400-459E-8A11-C76FF2C48610}" type="pres">
      <dgm:prSet presAssocID="{A076181A-904B-472D-8F18-D5FA9B0B8CC4}" presName="parentText" presStyleLbl="node1" presStyleIdx="1" presStyleCnt="3">
        <dgm:presLayoutVars>
          <dgm:chMax val="0"/>
          <dgm:bulletEnabled val="1"/>
        </dgm:presLayoutVars>
      </dgm:prSet>
      <dgm:spPr/>
    </dgm:pt>
    <dgm:pt modelId="{2B54279A-1FD0-448E-89A3-22A38F276C59}" type="pres">
      <dgm:prSet presAssocID="{A076181A-904B-472D-8F18-D5FA9B0B8CC4}" presName="childText" presStyleLbl="revTx" presStyleIdx="1" presStyleCnt="3">
        <dgm:presLayoutVars>
          <dgm:bulletEnabled val="1"/>
        </dgm:presLayoutVars>
      </dgm:prSet>
      <dgm:spPr/>
    </dgm:pt>
    <dgm:pt modelId="{7279747A-24AB-4FCD-BD33-60AEAC65A021}" type="pres">
      <dgm:prSet presAssocID="{18235450-92C6-45B7-94E3-8DCD39A7B0BE}" presName="parentText" presStyleLbl="node1" presStyleIdx="2" presStyleCnt="3">
        <dgm:presLayoutVars>
          <dgm:chMax val="0"/>
          <dgm:bulletEnabled val="1"/>
        </dgm:presLayoutVars>
      </dgm:prSet>
      <dgm:spPr/>
    </dgm:pt>
    <dgm:pt modelId="{2C1D14E2-76E1-4D57-8035-CEB6F00074C0}" type="pres">
      <dgm:prSet presAssocID="{18235450-92C6-45B7-94E3-8DCD39A7B0BE}" presName="childText" presStyleLbl="revTx" presStyleIdx="2" presStyleCnt="3">
        <dgm:presLayoutVars>
          <dgm:bulletEnabled val="1"/>
        </dgm:presLayoutVars>
      </dgm:prSet>
      <dgm:spPr/>
    </dgm:pt>
  </dgm:ptLst>
  <dgm:cxnLst>
    <dgm:cxn modelId="{1D68E905-F0BF-44D8-8EA2-BAF39E0C3C34}" type="presOf" srcId="{C5570D83-3CE9-4AB9-B0C8-41BBA8A4FB37}" destId="{2C1D14E2-76E1-4D57-8035-CEB6F00074C0}" srcOrd="0" destOrd="0" presId="urn:microsoft.com/office/officeart/2005/8/layout/vList2"/>
    <dgm:cxn modelId="{1221D406-2082-4F50-B7FC-41FA7F992A14}" type="presOf" srcId="{18235450-92C6-45B7-94E3-8DCD39A7B0BE}" destId="{7279747A-24AB-4FCD-BD33-60AEAC65A021}" srcOrd="0" destOrd="0" presId="urn:microsoft.com/office/officeart/2005/8/layout/vList2"/>
    <dgm:cxn modelId="{C4B02936-BE98-44E1-AE28-654779B5BFC4}" srcId="{A076181A-904B-472D-8F18-D5FA9B0B8CC4}" destId="{96AED2F5-479A-414A-869F-45FF70E50879}" srcOrd="0" destOrd="0" parTransId="{9D365EB9-DEE1-4B75-91B9-9EF17698A068}" sibTransId="{CA3E973B-4272-466A-B882-87EAF1FA6ACC}"/>
    <dgm:cxn modelId="{30060B3F-4887-4114-A0A9-380533D7612B}" type="presOf" srcId="{AD5DB32F-7D85-40E6-835D-E0C3659107DA}" destId="{930230EC-2370-4AE1-8C83-76000E0694E9}" srcOrd="0" destOrd="0" presId="urn:microsoft.com/office/officeart/2005/8/layout/vList2"/>
    <dgm:cxn modelId="{B6717C5F-EABA-4F5E-859F-45C9C69F029B}" srcId="{582BEB6B-4ACD-4ED1-80BA-971D3CE8DE2C}" destId="{18235450-92C6-45B7-94E3-8DCD39A7B0BE}" srcOrd="2" destOrd="0" parTransId="{1F022945-37B5-43C7-8612-01EB34025157}" sibTransId="{71A960FE-3D34-4239-B61F-EFCB37A38015}"/>
    <dgm:cxn modelId="{F4969247-4B5E-4A1A-981F-307AC0E9BB0D}" srcId="{582BEB6B-4ACD-4ED1-80BA-971D3CE8DE2C}" destId="{A076181A-904B-472D-8F18-D5FA9B0B8CC4}" srcOrd="1" destOrd="0" parTransId="{F9C94426-76F5-4CA4-A2F7-FD54A049B354}" sibTransId="{77CB559C-798B-47EA-8FB7-5D78AE2B7DA8}"/>
    <dgm:cxn modelId="{629F36AC-DB22-4E26-BA88-88951A24FF87}" srcId="{AD5DB32F-7D85-40E6-835D-E0C3659107DA}" destId="{12AAC3AF-00A3-4BE5-8A87-F525B9FD69C2}" srcOrd="0" destOrd="0" parTransId="{35ADA352-72C6-4AA9-8763-60EA85B78CEE}" sibTransId="{536BD521-AADF-4DD2-9A12-DB0F0AC611CC}"/>
    <dgm:cxn modelId="{7B6951B0-B0DC-438D-98F7-AFFD969E2800}" type="presOf" srcId="{A076181A-904B-472D-8F18-D5FA9B0B8CC4}" destId="{6842D8C3-4400-459E-8A11-C76FF2C48610}" srcOrd="0" destOrd="0" presId="urn:microsoft.com/office/officeart/2005/8/layout/vList2"/>
    <dgm:cxn modelId="{1D436CC4-F808-445C-BE9A-34211FEA85A3}" type="presOf" srcId="{96AED2F5-479A-414A-869F-45FF70E50879}" destId="{2B54279A-1FD0-448E-89A3-22A38F276C59}" srcOrd="0" destOrd="0" presId="urn:microsoft.com/office/officeart/2005/8/layout/vList2"/>
    <dgm:cxn modelId="{39237CD5-FF28-46ED-AD84-E9942CF26218}" type="presOf" srcId="{582BEB6B-4ACD-4ED1-80BA-971D3CE8DE2C}" destId="{D1D39D16-3912-4E77-971F-7C0465F70AC8}" srcOrd="0" destOrd="0" presId="urn:microsoft.com/office/officeart/2005/8/layout/vList2"/>
    <dgm:cxn modelId="{F77119ED-612F-454F-9CC2-AB5325D628E9}" srcId="{18235450-92C6-45B7-94E3-8DCD39A7B0BE}" destId="{C5570D83-3CE9-4AB9-B0C8-41BBA8A4FB37}" srcOrd="0" destOrd="0" parTransId="{50D45BC4-0AE3-4ACF-B5F1-D0DF088132DF}" sibTransId="{06C28DF2-0DDD-436D-85B3-8FC5C72407D1}"/>
    <dgm:cxn modelId="{84137EF2-D9D5-42D6-ADE6-6F91A4052B09}" srcId="{582BEB6B-4ACD-4ED1-80BA-971D3CE8DE2C}" destId="{AD5DB32F-7D85-40E6-835D-E0C3659107DA}" srcOrd="0" destOrd="0" parTransId="{011784F2-26DC-4E4D-91BF-835982B8174A}" sibTransId="{C3CAA905-16F7-4EC3-AA32-EB3705AC3717}"/>
    <dgm:cxn modelId="{CB77F9F2-29CF-4050-9FDD-36DEB21FE3AC}" type="presOf" srcId="{12AAC3AF-00A3-4BE5-8A87-F525B9FD69C2}" destId="{D26FC42D-7D22-40BE-B279-9282529C6C00}" srcOrd="0" destOrd="0" presId="urn:microsoft.com/office/officeart/2005/8/layout/vList2"/>
    <dgm:cxn modelId="{DD9D098F-0D66-483F-B28F-3538E16213B2}" type="presParOf" srcId="{D1D39D16-3912-4E77-971F-7C0465F70AC8}" destId="{930230EC-2370-4AE1-8C83-76000E0694E9}" srcOrd="0" destOrd="0" presId="urn:microsoft.com/office/officeart/2005/8/layout/vList2"/>
    <dgm:cxn modelId="{21932E7F-8BC8-4E1D-BA09-857D0819CD20}" type="presParOf" srcId="{D1D39D16-3912-4E77-971F-7C0465F70AC8}" destId="{D26FC42D-7D22-40BE-B279-9282529C6C00}" srcOrd="1" destOrd="0" presId="urn:microsoft.com/office/officeart/2005/8/layout/vList2"/>
    <dgm:cxn modelId="{0DD5811B-FC23-4E59-8E97-7535F0DACBFE}" type="presParOf" srcId="{D1D39D16-3912-4E77-971F-7C0465F70AC8}" destId="{6842D8C3-4400-459E-8A11-C76FF2C48610}" srcOrd="2" destOrd="0" presId="urn:microsoft.com/office/officeart/2005/8/layout/vList2"/>
    <dgm:cxn modelId="{4EC52611-4D94-439B-BBBC-4F8B6451962C}" type="presParOf" srcId="{D1D39D16-3912-4E77-971F-7C0465F70AC8}" destId="{2B54279A-1FD0-448E-89A3-22A38F276C59}" srcOrd="3" destOrd="0" presId="urn:microsoft.com/office/officeart/2005/8/layout/vList2"/>
    <dgm:cxn modelId="{A5783A9B-8B27-49A1-95B0-982D52EE56C3}" type="presParOf" srcId="{D1D39D16-3912-4E77-971F-7C0465F70AC8}" destId="{7279747A-24AB-4FCD-BD33-60AEAC65A021}" srcOrd="4" destOrd="0" presId="urn:microsoft.com/office/officeart/2005/8/layout/vList2"/>
    <dgm:cxn modelId="{6961F432-30F1-4BB5-88CF-6778DAD8772F}" type="presParOf" srcId="{D1D39D16-3912-4E77-971F-7C0465F70AC8}" destId="{2C1D14E2-76E1-4D57-8035-CEB6F00074C0}" srcOrd="5"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95A79049-29D1-4D2A-98BD-1DC4C9D2A39E}"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D4AAF7F2-491A-482E-B3E8-C20551253DB7}">
      <dgm:prSet/>
      <dgm:spPr/>
      <dgm:t>
        <a:bodyPr/>
        <a:lstStyle/>
        <a:p>
          <a:r>
            <a:rPr lang="en-GB"/>
            <a:t>Context models are used to illustrate the operational context of a system - they show what lies outside the system boundaries.</a:t>
          </a:r>
          <a:endParaRPr lang="en-US"/>
        </a:p>
      </dgm:t>
    </dgm:pt>
    <dgm:pt modelId="{E717E449-7CFD-4ECF-835E-E98283D2D012}" type="parTrans" cxnId="{AA1C0123-A7B1-4ABB-A861-5F976B6896C7}">
      <dgm:prSet/>
      <dgm:spPr/>
      <dgm:t>
        <a:bodyPr/>
        <a:lstStyle/>
        <a:p>
          <a:endParaRPr lang="en-US"/>
        </a:p>
      </dgm:t>
    </dgm:pt>
    <dgm:pt modelId="{3A235809-91D4-4B51-8878-131212C29F53}" type="sibTrans" cxnId="{AA1C0123-A7B1-4ABB-A861-5F976B6896C7}">
      <dgm:prSet/>
      <dgm:spPr/>
      <dgm:t>
        <a:bodyPr/>
        <a:lstStyle/>
        <a:p>
          <a:endParaRPr lang="en-US"/>
        </a:p>
      </dgm:t>
    </dgm:pt>
    <dgm:pt modelId="{961158A5-B07D-4522-8FA9-13D917D2CE03}">
      <dgm:prSet/>
      <dgm:spPr/>
      <dgm:t>
        <a:bodyPr/>
        <a:lstStyle/>
        <a:p>
          <a:r>
            <a:rPr lang="en-GB"/>
            <a:t>Social and organisational concerns may affect the decision on where to position system boundaries.</a:t>
          </a:r>
          <a:endParaRPr lang="en-US"/>
        </a:p>
      </dgm:t>
    </dgm:pt>
    <dgm:pt modelId="{00815B97-0AB8-46D0-93AE-925138CD09BC}" type="parTrans" cxnId="{A1A1A0AD-3D3A-4331-AB11-C0B064A3A707}">
      <dgm:prSet/>
      <dgm:spPr/>
      <dgm:t>
        <a:bodyPr/>
        <a:lstStyle/>
        <a:p>
          <a:endParaRPr lang="en-US"/>
        </a:p>
      </dgm:t>
    </dgm:pt>
    <dgm:pt modelId="{FA7F425A-80EF-4ED5-9F34-6A8A09BF967A}" type="sibTrans" cxnId="{A1A1A0AD-3D3A-4331-AB11-C0B064A3A707}">
      <dgm:prSet/>
      <dgm:spPr/>
      <dgm:t>
        <a:bodyPr/>
        <a:lstStyle/>
        <a:p>
          <a:endParaRPr lang="en-US"/>
        </a:p>
      </dgm:t>
    </dgm:pt>
    <dgm:pt modelId="{45AEB262-007B-45C4-AC95-6B02431D47AE}">
      <dgm:prSet/>
      <dgm:spPr/>
      <dgm:t>
        <a:bodyPr/>
        <a:lstStyle/>
        <a:p>
          <a:r>
            <a:rPr lang="en-GB"/>
            <a:t>Architectural models show the system and its relationship with other systems.</a:t>
          </a:r>
          <a:endParaRPr lang="en-US"/>
        </a:p>
      </dgm:t>
    </dgm:pt>
    <dgm:pt modelId="{2CEA61F4-7F4C-4346-9EC1-11ACAB751AF0}" type="parTrans" cxnId="{7BFB12A0-22EE-4275-A19E-28F38B386142}">
      <dgm:prSet/>
      <dgm:spPr/>
      <dgm:t>
        <a:bodyPr/>
        <a:lstStyle/>
        <a:p>
          <a:endParaRPr lang="en-US"/>
        </a:p>
      </dgm:t>
    </dgm:pt>
    <dgm:pt modelId="{BC3EA28D-0CA3-4892-A7ED-06AC6C70815C}" type="sibTrans" cxnId="{7BFB12A0-22EE-4275-A19E-28F38B386142}">
      <dgm:prSet/>
      <dgm:spPr/>
      <dgm:t>
        <a:bodyPr/>
        <a:lstStyle/>
        <a:p>
          <a:endParaRPr lang="en-US"/>
        </a:p>
      </dgm:t>
    </dgm:pt>
    <dgm:pt modelId="{1EE7E7E0-27F7-4DDF-8CEE-0870F5833681}" type="pres">
      <dgm:prSet presAssocID="{95A79049-29D1-4D2A-98BD-1DC4C9D2A39E}" presName="root" presStyleCnt="0">
        <dgm:presLayoutVars>
          <dgm:dir/>
          <dgm:resizeHandles val="exact"/>
        </dgm:presLayoutVars>
      </dgm:prSet>
      <dgm:spPr/>
    </dgm:pt>
    <dgm:pt modelId="{56E018CB-F954-4376-982B-2E67A8D8E6E8}" type="pres">
      <dgm:prSet presAssocID="{D4AAF7F2-491A-482E-B3E8-C20551253DB7}" presName="compNode" presStyleCnt="0"/>
      <dgm:spPr/>
    </dgm:pt>
    <dgm:pt modelId="{A8E3213E-6287-4F08-AF34-710CA2B0819B}" type="pres">
      <dgm:prSet presAssocID="{D4AAF7F2-491A-482E-B3E8-C20551253DB7}" presName="bgRect" presStyleLbl="bgShp" presStyleIdx="0" presStyleCnt="3"/>
      <dgm:spPr/>
    </dgm:pt>
    <dgm:pt modelId="{269D5DB2-5E26-441B-AF1E-9799611C2FBD}" type="pres">
      <dgm:prSet presAssocID="{D4AAF7F2-491A-482E-B3E8-C20551253DB7}"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onnected"/>
        </a:ext>
      </dgm:extLst>
    </dgm:pt>
    <dgm:pt modelId="{4406F599-3196-4259-841A-84FE98364539}" type="pres">
      <dgm:prSet presAssocID="{D4AAF7F2-491A-482E-B3E8-C20551253DB7}" presName="spaceRect" presStyleCnt="0"/>
      <dgm:spPr/>
    </dgm:pt>
    <dgm:pt modelId="{624B2E92-3591-4BE8-889C-E81F262C3A77}" type="pres">
      <dgm:prSet presAssocID="{D4AAF7F2-491A-482E-B3E8-C20551253DB7}" presName="parTx" presStyleLbl="revTx" presStyleIdx="0" presStyleCnt="3">
        <dgm:presLayoutVars>
          <dgm:chMax val="0"/>
          <dgm:chPref val="0"/>
        </dgm:presLayoutVars>
      </dgm:prSet>
      <dgm:spPr/>
    </dgm:pt>
    <dgm:pt modelId="{8A27E7EC-2347-4D17-B901-7D6D94D491C1}" type="pres">
      <dgm:prSet presAssocID="{3A235809-91D4-4B51-8878-131212C29F53}" presName="sibTrans" presStyleCnt="0"/>
      <dgm:spPr/>
    </dgm:pt>
    <dgm:pt modelId="{01A35F07-4688-4821-A1D3-A3E2C4923909}" type="pres">
      <dgm:prSet presAssocID="{961158A5-B07D-4522-8FA9-13D917D2CE03}" presName="compNode" presStyleCnt="0"/>
      <dgm:spPr/>
    </dgm:pt>
    <dgm:pt modelId="{9F8A1172-CDDB-42BD-8F56-8B805FB469D1}" type="pres">
      <dgm:prSet presAssocID="{961158A5-B07D-4522-8FA9-13D917D2CE03}" presName="bgRect" presStyleLbl="bgShp" presStyleIdx="1" presStyleCnt="3"/>
      <dgm:spPr/>
    </dgm:pt>
    <dgm:pt modelId="{9C64A624-3EA4-4D29-B7BF-B8A871654239}" type="pres">
      <dgm:prSet presAssocID="{961158A5-B07D-4522-8FA9-13D917D2CE03}"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ierarchy"/>
        </a:ext>
      </dgm:extLst>
    </dgm:pt>
    <dgm:pt modelId="{81318B27-66C1-4098-A936-C7329EB891E6}" type="pres">
      <dgm:prSet presAssocID="{961158A5-B07D-4522-8FA9-13D917D2CE03}" presName="spaceRect" presStyleCnt="0"/>
      <dgm:spPr/>
    </dgm:pt>
    <dgm:pt modelId="{33A5BE13-5A8C-419A-88D4-DB5816BE8E87}" type="pres">
      <dgm:prSet presAssocID="{961158A5-B07D-4522-8FA9-13D917D2CE03}" presName="parTx" presStyleLbl="revTx" presStyleIdx="1" presStyleCnt="3">
        <dgm:presLayoutVars>
          <dgm:chMax val="0"/>
          <dgm:chPref val="0"/>
        </dgm:presLayoutVars>
      </dgm:prSet>
      <dgm:spPr/>
    </dgm:pt>
    <dgm:pt modelId="{083F6B62-2FB7-45EC-8A42-086D39102A3D}" type="pres">
      <dgm:prSet presAssocID="{FA7F425A-80EF-4ED5-9F34-6A8A09BF967A}" presName="sibTrans" presStyleCnt="0"/>
      <dgm:spPr/>
    </dgm:pt>
    <dgm:pt modelId="{70293EFB-8AAC-42FC-8001-CA0A25319C60}" type="pres">
      <dgm:prSet presAssocID="{45AEB262-007B-45C4-AC95-6B02431D47AE}" presName="compNode" presStyleCnt="0"/>
      <dgm:spPr/>
    </dgm:pt>
    <dgm:pt modelId="{8F598F28-6879-4944-B51E-DF416C80B241}" type="pres">
      <dgm:prSet presAssocID="{45AEB262-007B-45C4-AC95-6B02431D47AE}" presName="bgRect" presStyleLbl="bgShp" presStyleIdx="2" presStyleCnt="3"/>
      <dgm:spPr/>
    </dgm:pt>
    <dgm:pt modelId="{79D4D5D7-0799-4F6A-A84C-D4DB7EBD48C9}" type="pres">
      <dgm:prSet presAssocID="{45AEB262-007B-45C4-AC95-6B02431D47AE}"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ranching Diagram"/>
        </a:ext>
      </dgm:extLst>
    </dgm:pt>
    <dgm:pt modelId="{218BA5D1-68BB-4284-AB09-DCD62AEEA13C}" type="pres">
      <dgm:prSet presAssocID="{45AEB262-007B-45C4-AC95-6B02431D47AE}" presName="spaceRect" presStyleCnt="0"/>
      <dgm:spPr/>
    </dgm:pt>
    <dgm:pt modelId="{C433D983-CFB9-463F-AA32-6434FA44102F}" type="pres">
      <dgm:prSet presAssocID="{45AEB262-007B-45C4-AC95-6B02431D47AE}" presName="parTx" presStyleLbl="revTx" presStyleIdx="2" presStyleCnt="3">
        <dgm:presLayoutVars>
          <dgm:chMax val="0"/>
          <dgm:chPref val="0"/>
        </dgm:presLayoutVars>
      </dgm:prSet>
      <dgm:spPr/>
    </dgm:pt>
  </dgm:ptLst>
  <dgm:cxnLst>
    <dgm:cxn modelId="{AA1C0123-A7B1-4ABB-A861-5F976B6896C7}" srcId="{95A79049-29D1-4D2A-98BD-1DC4C9D2A39E}" destId="{D4AAF7F2-491A-482E-B3E8-C20551253DB7}" srcOrd="0" destOrd="0" parTransId="{E717E449-7CFD-4ECF-835E-E98283D2D012}" sibTransId="{3A235809-91D4-4B51-8878-131212C29F53}"/>
    <dgm:cxn modelId="{B8514349-9EEA-4302-9892-F77E8CBB41B5}" type="presOf" srcId="{D4AAF7F2-491A-482E-B3E8-C20551253DB7}" destId="{624B2E92-3591-4BE8-889C-E81F262C3A77}" srcOrd="0" destOrd="0" presId="urn:microsoft.com/office/officeart/2018/2/layout/IconVerticalSolidList"/>
    <dgm:cxn modelId="{7BFB12A0-22EE-4275-A19E-28F38B386142}" srcId="{95A79049-29D1-4D2A-98BD-1DC4C9D2A39E}" destId="{45AEB262-007B-45C4-AC95-6B02431D47AE}" srcOrd="2" destOrd="0" parTransId="{2CEA61F4-7F4C-4346-9EC1-11ACAB751AF0}" sibTransId="{BC3EA28D-0CA3-4892-A7ED-06AC6C70815C}"/>
    <dgm:cxn modelId="{A1A1A0AD-3D3A-4331-AB11-C0B064A3A707}" srcId="{95A79049-29D1-4D2A-98BD-1DC4C9D2A39E}" destId="{961158A5-B07D-4522-8FA9-13D917D2CE03}" srcOrd="1" destOrd="0" parTransId="{00815B97-0AB8-46D0-93AE-925138CD09BC}" sibTransId="{FA7F425A-80EF-4ED5-9F34-6A8A09BF967A}"/>
    <dgm:cxn modelId="{5DB9E6C3-FFF9-4F6D-A753-164771E39312}" type="presOf" srcId="{961158A5-B07D-4522-8FA9-13D917D2CE03}" destId="{33A5BE13-5A8C-419A-88D4-DB5816BE8E87}" srcOrd="0" destOrd="0" presId="urn:microsoft.com/office/officeart/2018/2/layout/IconVerticalSolidList"/>
    <dgm:cxn modelId="{CC2803C8-1BDD-4F28-B497-C914D435DCF7}" type="presOf" srcId="{45AEB262-007B-45C4-AC95-6B02431D47AE}" destId="{C433D983-CFB9-463F-AA32-6434FA44102F}" srcOrd="0" destOrd="0" presId="urn:microsoft.com/office/officeart/2018/2/layout/IconVerticalSolidList"/>
    <dgm:cxn modelId="{197E5FDB-0150-4650-B076-61F86E421A83}" type="presOf" srcId="{95A79049-29D1-4D2A-98BD-1DC4C9D2A39E}" destId="{1EE7E7E0-27F7-4DDF-8CEE-0870F5833681}" srcOrd="0" destOrd="0" presId="urn:microsoft.com/office/officeart/2018/2/layout/IconVerticalSolidList"/>
    <dgm:cxn modelId="{414C652B-3FE1-4F97-9FBE-6719E52A2EC1}" type="presParOf" srcId="{1EE7E7E0-27F7-4DDF-8CEE-0870F5833681}" destId="{56E018CB-F954-4376-982B-2E67A8D8E6E8}" srcOrd="0" destOrd="0" presId="urn:microsoft.com/office/officeart/2018/2/layout/IconVerticalSolidList"/>
    <dgm:cxn modelId="{B712B72B-A35F-4774-903F-2DC1E611B8D8}" type="presParOf" srcId="{56E018CB-F954-4376-982B-2E67A8D8E6E8}" destId="{A8E3213E-6287-4F08-AF34-710CA2B0819B}" srcOrd="0" destOrd="0" presId="urn:microsoft.com/office/officeart/2018/2/layout/IconVerticalSolidList"/>
    <dgm:cxn modelId="{27DF3207-D9B9-457F-9629-ADB76E357E2B}" type="presParOf" srcId="{56E018CB-F954-4376-982B-2E67A8D8E6E8}" destId="{269D5DB2-5E26-441B-AF1E-9799611C2FBD}" srcOrd="1" destOrd="0" presId="urn:microsoft.com/office/officeart/2018/2/layout/IconVerticalSolidList"/>
    <dgm:cxn modelId="{73CC0D22-81AD-4616-A508-1F4F075B4C62}" type="presParOf" srcId="{56E018CB-F954-4376-982B-2E67A8D8E6E8}" destId="{4406F599-3196-4259-841A-84FE98364539}" srcOrd="2" destOrd="0" presId="urn:microsoft.com/office/officeart/2018/2/layout/IconVerticalSolidList"/>
    <dgm:cxn modelId="{42B71B61-3016-4C1D-9E1C-746F7ED9CCA1}" type="presParOf" srcId="{56E018CB-F954-4376-982B-2E67A8D8E6E8}" destId="{624B2E92-3591-4BE8-889C-E81F262C3A77}" srcOrd="3" destOrd="0" presId="urn:microsoft.com/office/officeart/2018/2/layout/IconVerticalSolidList"/>
    <dgm:cxn modelId="{13E2B229-0892-4532-B266-32754A866F68}" type="presParOf" srcId="{1EE7E7E0-27F7-4DDF-8CEE-0870F5833681}" destId="{8A27E7EC-2347-4D17-B901-7D6D94D491C1}" srcOrd="1" destOrd="0" presId="urn:microsoft.com/office/officeart/2018/2/layout/IconVerticalSolidList"/>
    <dgm:cxn modelId="{6E7B6339-4E32-43F4-B9AB-982FF7A2D8D8}" type="presParOf" srcId="{1EE7E7E0-27F7-4DDF-8CEE-0870F5833681}" destId="{01A35F07-4688-4821-A1D3-A3E2C4923909}" srcOrd="2" destOrd="0" presId="urn:microsoft.com/office/officeart/2018/2/layout/IconVerticalSolidList"/>
    <dgm:cxn modelId="{08D0D627-321F-49FB-85A9-C4883E42D0E0}" type="presParOf" srcId="{01A35F07-4688-4821-A1D3-A3E2C4923909}" destId="{9F8A1172-CDDB-42BD-8F56-8B805FB469D1}" srcOrd="0" destOrd="0" presId="urn:microsoft.com/office/officeart/2018/2/layout/IconVerticalSolidList"/>
    <dgm:cxn modelId="{BCE4BC3A-94AE-4EE0-8A8C-57083D82193C}" type="presParOf" srcId="{01A35F07-4688-4821-A1D3-A3E2C4923909}" destId="{9C64A624-3EA4-4D29-B7BF-B8A871654239}" srcOrd="1" destOrd="0" presId="urn:microsoft.com/office/officeart/2018/2/layout/IconVerticalSolidList"/>
    <dgm:cxn modelId="{A4849F1A-702F-45C3-9096-A1EFF2695A4C}" type="presParOf" srcId="{01A35F07-4688-4821-A1D3-A3E2C4923909}" destId="{81318B27-66C1-4098-A936-C7329EB891E6}" srcOrd="2" destOrd="0" presId="urn:microsoft.com/office/officeart/2018/2/layout/IconVerticalSolidList"/>
    <dgm:cxn modelId="{A1219C21-2BC0-42BC-917E-33EF024F36DC}" type="presParOf" srcId="{01A35F07-4688-4821-A1D3-A3E2C4923909}" destId="{33A5BE13-5A8C-419A-88D4-DB5816BE8E87}" srcOrd="3" destOrd="0" presId="urn:microsoft.com/office/officeart/2018/2/layout/IconVerticalSolidList"/>
    <dgm:cxn modelId="{78A75459-45E9-444C-BB84-23B084F9207F}" type="presParOf" srcId="{1EE7E7E0-27F7-4DDF-8CEE-0870F5833681}" destId="{083F6B62-2FB7-45EC-8A42-086D39102A3D}" srcOrd="3" destOrd="0" presId="urn:microsoft.com/office/officeart/2018/2/layout/IconVerticalSolidList"/>
    <dgm:cxn modelId="{5289204B-5245-46DA-A2E7-1980E20F866F}" type="presParOf" srcId="{1EE7E7E0-27F7-4DDF-8CEE-0870F5833681}" destId="{70293EFB-8AAC-42FC-8001-CA0A25319C60}" srcOrd="4" destOrd="0" presId="urn:microsoft.com/office/officeart/2018/2/layout/IconVerticalSolidList"/>
    <dgm:cxn modelId="{FE6DE0C8-DB11-472E-8102-BAD3418DAF57}" type="presParOf" srcId="{70293EFB-8AAC-42FC-8001-CA0A25319C60}" destId="{8F598F28-6879-4944-B51E-DF416C80B241}" srcOrd="0" destOrd="0" presId="urn:microsoft.com/office/officeart/2018/2/layout/IconVerticalSolidList"/>
    <dgm:cxn modelId="{A18F0664-B921-4A98-B99B-FDD648095C8E}" type="presParOf" srcId="{70293EFB-8AAC-42FC-8001-CA0A25319C60}" destId="{79D4D5D7-0799-4F6A-A84C-D4DB7EBD48C9}" srcOrd="1" destOrd="0" presId="urn:microsoft.com/office/officeart/2018/2/layout/IconVerticalSolidList"/>
    <dgm:cxn modelId="{23074288-A606-4797-BCBA-3751BADD6321}" type="presParOf" srcId="{70293EFB-8AAC-42FC-8001-CA0A25319C60}" destId="{218BA5D1-68BB-4284-AB09-DCD62AEEA13C}" srcOrd="2" destOrd="0" presId="urn:microsoft.com/office/officeart/2018/2/layout/IconVerticalSolidList"/>
    <dgm:cxn modelId="{0D3D31D7-284B-4C48-BBA6-0A96F8523BF9}" type="presParOf" srcId="{70293EFB-8AAC-42FC-8001-CA0A25319C60}" destId="{C433D983-CFB9-463F-AA32-6434FA44102F}"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725D7F99-F1D3-4500-BF06-A514D7E3E516}"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67593C0B-7853-4C73-A792-6CAB388063B7}">
      <dgm:prSet/>
      <dgm:spPr/>
      <dgm:t>
        <a:bodyPr/>
        <a:lstStyle/>
        <a:p>
          <a:r>
            <a:rPr lang="en-US"/>
            <a:t>System boundaries are established to define what is inside and what is outside the system.</a:t>
          </a:r>
        </a:p>
      </dgm:t>
    </dgm:pt>
    <dgm:pt modelId="{FFEEEDAA-1567-49D2-8C3C-F63FE8B99B28}" type="parTrans" cxnId="{99362B63-9275-450F-B40E-3E089A0B2C5F}">
      <dgm:prSet/>
      <dgm:spPr/>
      <dgm:t>
        <a:bodyPr/>
        <a:lstStyle/>
        <a:p>
          <a:endParaRPr lang="en-US"/>
        </a:p>
      </dgm:t>
    </dgm:pt>
    <dgm:pt modelId="{4AD5D0F8-9C44-4967-8877-D40453BBF681}" type="sibTrans" cxnId="{99362B63-9275-450F-B40E-3E089A0B2C5F}">
      <dgm:prSet/>
      <dgm:spPr/>
      <dgm:t>
        <a:bodyPr/>
        <a:lstStyle/>
        <a:p>
          <a:endParaRPr lang="en-US"/>
        </a:p>
      </dgm:t>
    </dgm:pt>
    <dgm:pt modelId="{0FF37825-48D5-4748-8C60-876267BC7CF8}">
      <dgm:prSet/>
      <dgm:spPr/>
      <dgm:t>
        <a:bodyPr/>
        <a:lstStyle/>
        <a:p>
          <a:r>
            <a:rPr lang="en-US"/>
            <a:t>They show other systems that are used or depend on the system being developed.</a:t>
          </a:r>
        </a:p>
      </dgm:t>
    </dgm:pt>
    <dgm:pt modelId="{3AAB6943-8558-44DA-ACA3-5AB7C1445E96}" type="parTrans" cxnId="{236165F2-BB51-4BA5-B03C-AAA5B1BB1A9B}">
      <dgm:prSet/>
      <dgm:spPr/>
      <dgm:t>
        <a:bodyPr/>
        <a:lstStyle/>
        <a:p>
          <a:endParaRPr lang="en-US"/>
        </a:p>
      </dgm:t>
    </dgm:pt>
    <dgm:pt modelId="{76476594-5632-48A9-9C47-B21163C39080}" type="sibTrans" cxnId="{236165F2-BB51-4BA5-B03C-AAA5B1BB1A9B}">
      <dgm:prSet/>
      <dgm:spPr/>
      <dgm:t>
        <a:bodyPr/>
        <a:lstStyle/>
        <a:p>
          <a:endParaRPr lang="en-US"/>
        </a:p>
      </dgm:t>
    </dgm:pt>
    <dgm:pt modelId="{FC56211F-617D-4BE3-A352-AD1B53C91087}">
      <dgm:prSet/>
      <dgm:spPr/>
      <dgm:t>
        <a:bodyPr/>
        <a:lstStyle/>
        <a:p>
          <a:r>
            <a:rPr lang="en-US"/>
            <a:t>The position of the system boundary has a profound effect on the system requirements. </a:t>
          </a:r>
        </a:p>
      </dgm:t>
    </dgm:pt>
    <dgm:pt modelId="{50C137C3-1D09-4809-9777-14E4ED87405B}" type="parTrans" cxnId="{485C176F-1EC0-472C-A691-72C9A8EB8FB9}">
      <dgm:prSet/>
      <dgm:spPr/>
      <dgm:t>
        <a:bodyPr/>
        <a:lstStyle/>
        <a:p>
          <a:endParaRPr lang="en-US"/>
        </a:p>
      </dgm:t>
    </dgm:pt>
    <dgm:pt modelId="{4A339EA2-2ED4-45A8-9002-6A14A1F4592A}" type="sibTrans" cxnId="{485C176F-1EC0-472C-A691-72C9A8EB8FB9}">
      <dgm:prSet/>
      <dgm:spPr/>
      <dgm:t>
        <a:bodyPr/>
        <a:lstStyle/>
        <a:p>
          <a:endParaRPr lang="en-US"/>
        </a:p>
      </dgm:t>
    </dgm:pt>
    <dgm:pt modelId="{3E8B237A-AABF-4A90-94E3-B672CE7CD79B}">
      <dgm:prSet/>
      <dgm:spPr/>
      <dgm:t>
        <a:bodyPr/>
        <a:lstStyle/>
        <a:p>
          <a:r>
            <a:rPr lang="en-US"/>
            <a:t>Defining a system boundary is a political judgment</a:t>
          </a:r>
        </a:p>
      </dgm:t>
    </dgm:pt>
    <dgm:pt modelId="{C99F268B-B036-4FD1-A6FC-2E6CA6931E82}" type="parTrans" cxnId="{1DF53666-ED01-4E68-9E9E-FF4AE5B3DD7B}">
      <dgm:prSet/>
      <dgm:spPr/>
      <dgm:t>
        <a:bodyPr/>
        <a:lstStyle/>
        <a:p>
          <a:endParaRPr lang="en-US"/>
        </a:p>
      </dgm:t>
    </dgm:pt>
    <dgm:pt modelId="{DB58E265-D2D4-46FB-BAD9-D5D4EB951153}" type="sibTrans" cxnId="{1DF53666-ED01-4E68-9E9E-FF4AE5B3DD7B}">
      <dgm:prSet/>
      <dgm:spPr/>
      <dgm:t>
        <a:bodyPr/>
        <a:lstStyle/>
        <a:p>
          <a:endParaRPr lang="en-US"/>
        </a:p>
      </dgm:t>
    </dgm:pt>
    <dgm:pt modelId="{396D64A9-C510-46D1-8F30-99D727E04033}">
      <dgm:prSet/>
      <dgm:spPr/>
      <dgm:t>
        <a:bodyPr/>
        <a:lstStyle/>
        <a:p>
          <a:r>
            <a:rPr lang="en-US"/>
            <a:t>There may be pressures to develop system boundaries that increase / decrease the influence or workload of different parts of an organization.</a:t>
          </a:r>
        </a:p>
      </dgm:t>
    </dgm:pt>
    <dgm:pt modelId="{615FDB27-9628-4292-9B29-8EF5AC33B278}" type="parTrans" cxnId="{090FBA92-3F22-484E-9509-1F43DC8AF6D6}">
      <dgm:prSet/>
      <dgm:spPr/>
      <dgm:t>
        <a:bodyPr/>
        <a:lstStyle/>
        <a:p>
          <a:endParaRPr lang="en-US"/>
        </a:p>
      </dgm:t>
    </dgm:pt>
    <dgm:pt modelId="{63FF3F12-E36A-4A00-AB9D-91129E2FA231}" type="sibTrans" cxnId="{090FBA92-3F22-484E-9509-1F43DC8AF6D6}">
      <dgm:prSet/>
      <dgm:spPr/>
      <dgm:t>
        <a:bodyPr/>
        <a:lstStyle/>
        <a:p>
          <a:endParaRPr lang="en-US"/>
        </a:p>
      </dgm:t>
    </dgm:pt>
    <dgm:pt modelId="{6C79DD4B-673D-4B15-AC30-A87D974DA37D}" type="pres">
      <dgm:prSet presAssocID="{725D7F99-F1D3-4500-BF06-A514D7E3E516}" presName="linear" presStyleCnt="0">
        <dgm:presLayoutVars>
          <dgm:animLvl val="lvl"/>
          <dgm:resizeHandles val="exact"/>
        </dgm:presLayoutVars>
      </dgm:prSet>
      <dgm:spPr/>
    </dgm:pt>
    <dgm:pt modelId="{4C192BFA-8714-4D0C-AC1A-8B4A2B6B68FE}" type="pres">
      <dgm:prSet presAssocID="{67593C0B-7853-4C73-A792-6CAB388063B7}" presName="parentText" presStyleLbl="node1" presStyleIdx="0" presStyleCnt="3">
        <dgm:presLayoutVars>
          <dgm:chMax val="0"/>
          <dgm:bulletEnabled val="1"/>
        </dgm:presLayoutVars>
      </dgm:prSet>
      <dgm:spPr/>
    </dgm:pt>
    <dgm:pt modelId="{3BC1EF77-A47B-424E-B9E6-16DB5C91EE46}" type="pres">
      <dgm:prSet presAssocID="{67593C0B-7853-4C73-A792-6CAB388063B7}" presName="childText" presStyleLbl="revTx" presStyleIdx="0" presStyleCnt="2">
        <dgm:presLayoutVars>
          <dgm:bulletEnabled val="1"/>
        </dgm:presLayoutVars>
      </dgm:prSet>
      <dgm:spPr/>
    </dgm:pt>
    <dgm:pt modelId="{9B8C0A1D-B532-4137-9164-48DAA04C0BA9}" type="pres">
      <dgm:prSet presAssocID="{FC56211F-617D-4BE3-A352-AD1B53C91087}" presName="parentText" presStyleLbl="node1" presStyleIdx="1" presStyleCnt="3">
        <dgm:presLayoutVars>
          <dgm:chMax val="0"/>
          <dgm:bulletEnabled val="1"/>
        </dgm:presLayoutVars>
      </dgm:prSet>
      <dgm:spPr/>
    </dgm:pt>
    <dgm:pt modelId="{2439DB8A-E2C0-46D8-9F67-BF64DB3289FE}" type="pres">
      <dgm:prSet presAssocID="{4A339EA2-2ED4-45A8-9002-6A14A1F4592A}" presName="spacer" presStyleCnt="0"/>
      <dgm:spPr/>
    </dgm:pt>
    <dgm:pt modelId="{C9E67DAA-6C63-4E93-89FE-4B9AA69A4460}" type="pres">
      <dgm:prSet presAssocID="{3E8B237A-AABF-4A90-94E3-B672CE7CD79B}" presName="parentText" presStyleLbl="node1" presStyleIdx="2" presStyleCnt="3">
        <dgm:presLayoutVars>
          <dgm:chMax val="0"/>
          <dgm:bulletEnabled val="1"/>
        </dgm:presLayoutVars>
      </dgm:prSet>
      <dgm:spPr/>
    </dgm:pt>
    <dgm:pt modelId="{1988CACD-9D56-4ACB-822C-3204217C769E}" type="pres">
      <dgm:prSet presAssocID="{3E8B237A-AABF-4A90-94E3-B672CE7CD79B}" presName="childText" presStyleLbl="revTx" presStyleIdx="1" presStyleCnt="2">
        <dgm:presLayoutVars>
          <dgm:bulletEnabled val="1"/>
        </dgm:presLayoutVars>
      </dgm:prSet>
      <dgm:spPr/>
    </dgm:pt>
  </dgm:ptLst>
  <dgm:cxnLst>
    <dgm:cxn modelId="{CAC5D506-E284-4177-9BCE-DAFEB184FF0F}" type="presOf" srcId="{67593C0B-7853-4C73-A792-6CAB388063B7}" destId="{4C192BFA-8714-4D0C-AC1A-8B4A2B6B68FE}" srcOrd="0" destOrd="0" presId="urn:microsoft.com/office/officeart/2005/8/layout/vList2"/>
    <dgm:cxn modelId="{99362B63-9275-450F-B40E-3E089A0B2C5F}" srcId="{725D7F99-F1D3-4500-BF06-A514D7E3E516}" destId="{67593C0B-7853-4C73-A792-6CAB388063B7}" srcOrd="0" destOrd="0" parTransId="{FFEEEDAA-1567-49D2-8C3C-F63FE8B99B28}" sibTransId="{4AD5D0F8-9C44-4967-8877-D40453BBF681}"/>
    <dgm:cxn modelId="{1DF53666-ED01-4E68-9E9E-FF4AE5B3DD7B}" srcId="{725D7F99-F1D3-4500-BF06-A514D7E3E516}" destId="{3E8B237A-AABF-4A90-94E3-B672CE7CD79B}" srcOrd="2" destOrd="0" parTransId="{C99F268B-B036-4FD1-A6FC-2E6CA6931E82}" sibTransId="{DB58E265-D2D4-46FB-BAD9-D5D4EB951153}"/>
    <dgm:cxn modelId="{55FD046E-1773-432F-A6F0-1ED687C86D66}" type="presOf" srcId="{0FF37825-48D5-4748-8C60-876267BC7CF8}" destId="{3BC1EF77-A47B-424E-B9E6-16DB5C91EE46}" srcOrd="0" destOrd="0" presId="urn:microsoft.com/office/officeart/2005/8/layout/vList2"/>
    <dgm:cxn modelId="{485C176F-1EC0-472C-A691-72C9A8EB8FB9}" srcId="{725D7F99-F1D3-4500-BF06-A514D7E3E516}" destId="{FC56211F-617D-4BE3-A352-AD1B53C91087}" srcOrd="1" destOrd="0" parTransId="{50C137C3-1D09-4809-9777-14E4ED87405B}" sibTransId="{4A339EA2-2ED4-45A8-9002-6A14A1F4592A}"/>
    <dgm:cxn modelId="{6E1B888D-6489-42D7-9145-9475165B418F}" type="presOf" srcId="{FC56211F-617D-4BE3-A352-AD1B53C91087}" destId="{9B8C0A1D-B532-4137-9164-48DAA04C0BA9}" srcOrd="0" destOrd="0" presId="urn:microsoft.com/office/officeart/2005/8/layout/vList2"/>
    <dgm:cxn modelId="{090FBA92-3F22-484E-9509-1F43DC8AF6D6}" srcId="{3E8B237A-AABF-4A90-94E3-B672CE7CD79B}" destId="{396D64A9-C510-46D1-8F30-99D727E04033}" srcOrd="0" destOrd="0" parTransId="{615FDB27-9628-4292-9B29-8EF5AC33B278}" sibTransId="{63FF3F12-E36A-4A00-AB9D-91129E2FA231}"/>
    <dgm:cxn modelId="{C12B3694-66E1-40CE-BE34-B700D15DF3B6}" type="presOf" srcId="{725D7F99-F1D3-4500-BF06-A514D7E3E516}" destId="{6C79DD4B-673D-4B15-AC30-A87D974DA37D}" srcOrd="0" destOrd="0" presId="urn:microsoft.com/office/officeart/2005/8/layout/vList2"/>
    <dgm:cxn modelId="{E3985BD5-EF8A-48C8-8951-DB5B1AFCBB8B}" type="presOf" srcId="{396D64A9-C510-46D1-8F30-99D727E04033}" destId="{1988CACD-9D56-4ACB-822C-3204217C769E}" srcOrd="0" destOrd="0" presId="urn:microsoft.com/office/officeart/2005/8/layout/vList2"/>
    <dgm:cxn modelId="{F50A93EA-0199-4DD2-967B-D40B437D91AE}" type="presOf" srcId="{3E8B237A-AABF-4A90-94E3-B672CE7CD79B}" destId="{C9E67DAA-6C63-4E93-89FE-4B9AA69A4460}" srcOrd="0" destOrd="0" presId="urn:microsoft.com/office/officeart/2005/8/layout/vList2"/>
    <dgm:cxn modelId="{236165F2-BB51-4BA5-B03C-AAA5B1BB1A9B}" srcId="{67593C0B-7853-4C73-A792-6CAB388063B7}" destId="{0FF37825-48D5-4748-8C60-876267BC7CF8}" srcOrd="0" destOrd="0" parTransId="{3AAB6943-8558-44DA-ACA3-5AB7C1445E96}" sibTransId="{76476594-5632-48A9-9C47-B21163C39080}"/>
    <dgm:cxn modelId="{9FD23999-2E31-4A64-B45A-13FF07C72470}" type="presParOf" srcId="{6C79DD4B-673D-4B15-AC30-A87D974DA37D}" destId="{4C192BFA-8714-4D0C-AC1A-8B4A2B6B68FE}" srcOrd="0" destOrd="0" presId="urn:microsoft.com/office/officeart/2005/8/layout/vList2"/>
    <dgm:cxn modelId="{1A856975-8B6E-4EF3-8A2E-4933533A47FE}" type="presParOf" srcId="{6C79DD4B-673D-4B15-AC30-A87D974DA37D}" destId="{3BC1EF77-A47B-424E-B9E6-16DB5C91EE46}" srcOrd="1" destOrd="0" presId="urn:microsoft.com/office/officeart/2005/8/layout/vList2"/>
    <dgm:cxn modelId="{6DA31920-9803-47A6-A80D-1271D4365772}" type="presParOf" srcId="{6C79DD4B-673D-4B15-AC30-A87D974DA37D}" destId="{9B8C0A1D-B532-4137-9164-48DAA04C0BA9}" srcOrd="2" destOrd="0" presId="urn:microsoft.com/office/officeart/2005/8/layout/vList2"/>
    <dgm:cxn modelId="{1B21B677-E801-46B0-9EB9-65F3628DA137}" type="presParOf" srcId="{6C79DD4B-673D-4B15-AC30-A87D974DA37D}" destId="{2439DB8A-E2C0-46D8-9F67-BF64DB3289FE}" srcOrd="3" destOrd="0" presId="urn:microsoft.com/office/officeart/2005/8/layout/vList2"/>
    <dgm:cxn modelId="{AAD590EE-934C-4DA6-B3DE-A9B002670CA1}" type="presParOf" srcId="{6C79DD4B-673D-4B15-AC30-A87D974DA37D}" destId="{C9E67DAA-6C63-4E93-89FE-4B9AA69A4460}" srcOrd="4" destOrd="0" presId="urn:microsoft.com/office/officeart/2005/8/layout/vList2"/>
    <dgm:cxn modelId="{1EED3B05-6AEB-4802-927B-DA5011F00DC3}" type="presParOf" srcId="{6C79DD4B-673D-4B15-AC30-A87D974DA37D}" destId="{1988CACD-9D56-4ACB-822C-3204217C769E}" srcOrd="5"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D316E545-05BF-4FB2-B670-5DB15C2E4B21}"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9E1DA2AF-5657-4C42-971F-F7010D2F46E4}">
      <dgm:prSet/>
      <dgm:spPr/>
      <dgm:t>
        <a:bodyPr/>
        <a:lstStyle/>
        <a:p>
          <a:r>
            <a:rPr lang="en-US"/>
            <a:t>Context models simply show the other systems in the environment, not how the system being developed is used in that environment.</a:t>
          </a:r>
        </a:p>
      </dgm:t>
    </dgm:pt>
    <dgm:pt modelId="{BC0872B3-7C44-4FEB-B378-78025DC09E9B}" type="parTrans" cxnId="{DCBE7F12-23E1-4362-A1BC-6D2731364A7A}">
      <dgm:prSet/>
      <dgm:spPr/>
      <dgm:t>
        <a:bodyPr/>
        <a:lstStyle/>
        <a:p>
          <a:endParaRPr lang="en-US"/>
        </a:p>
      </dgm:t>
    </dgm:pt>
    <dgm:pt modelId="{198B96E8-359F-42A9-A317-49050A81C01E}" type="sibTrans" cxnId="{DCBE7F12-23E1-4362-A1BC-6D2731364A7A}">
      <dgm:prSet/>
      <dgm:spPr/>
      <dgm:t>
        <a:bodyPr/>
        <a:lstStyle/>
        <a:p>
          <a:endParaRPr lang="en-US"/>
        </a:p>
      </dgm:t>
    </dgm:pt>
    <dgm:pt modelId="{0118535A-89D7-4B88-9562-3D4B739FF5E2}">
      <dgm:prSet/>
      <dgm:spPr/>
      <dgm:t>
        <a:bodyPr/>
        <a:lstStyle/>
        <a:p>
          <a:r>
            <a:rPr lang="en-US"/>
            <a:t>Process models reveal how the system being developed is used in broader business processes.</a:t>
          </a:r>
        </a:p>
      </dgm:t>
    </dgm:pt>
    <dgm:pt modelId="{F55BC272-98CE-491D-ABCB-10F06B3CCB7E}" type="parTrans" cxnId="{31874CA5-DC5A-4B33-A95F-73EC3A46B490}">
      <dgm:prSet/>
      <dgm:spPr/>
      <dgm:t>
        <a:bodyPr/>
        <a:lstStyle/>
        <a:p>
          <a:endParaRPr lang="en-US"/>
        </a:p>
      </dgm:t>
    </dgm:pt>
    <dgm:pt modelId="{6F16838B-4A04-474E-B8C6-D12508F6C356}" type="sibTrans" cxnId="{31874CA5-DC5A-4B33-A95F-73EC3A46B490}">
      <dgm:prSet/>
      <dgm:spPr/>
      <dgm:t>
        <a:bodyPr/>
        <a:lstStyle/>
        <a:p>
          <a:endParaRPr lang="en-US"/>
        </a:p>
      </dgm:t>
    </dgm:pt>
    <dgm:pt modelId="{953F5312-2B6C-401E-B8C3-6D7F84903FE2}">
      <dgm:prSet/>
      <dgm:spPr/>
      <dgm:t>
        <a:bodyPr/>
        <a:lstStyle/>
        <a:p>
          <a:r>
            <a:rPr lang="en-US"/>
            <a:t>UML activity diagrams may be used to define business process models.</a:t>
          </a:r>
        </a:p>
      </dgm:t>
    </dgm:pt>
    <dgm:pt modelId="{6CFE73C1-B3D8-451F-BE1E-5D2EFF1A85E4}" type="parTrans" cxnId="{161CFF8E-9E08-4FA2-B6D0-0BAF8AC6828C}">
      <dgm:prSet/>
      <dgm:spPr/>
      <dgm:t>
        <a:bodyPr/>
        <a:lstStyle/>
        <a:p>
          <a:endParaRPr lang="en-US"/>
        </a:p>
      </dgm:t>
    </dgm:pt>
    <dgm:pt modelId="{519EA2A3-E53E-4990-B030-46C2FE21E3F0}" type="sibTrans" cxnId="{161CFF8E-9E08-4FA2-B6D0-0BAF8AC6828C}">
      <dgm:prSet/>
      <dgm:spPr/>
      <dgm:t>
        <a:bodyPr/>
        <a:lstStyle/>
        <a:p>
          <a:endParaRPr lang="en-US"/>
        </a:p>
      </dgm:t>
    </dgm:pt>
    <dgm:pt modelId="{911671AC-6345-4471-9FEF-DE112F2422C9}" type="pres">
      <dgm:prSet presAssocID="{D316E545-05BF-4FB2-B670-5DB15C2E4B21}" presName="root" presStyleCnt="0">
        <dgm:presLayoutVars>
          <dgm:dir/>
          <dgm:resizeHandles val="exact"/>
        </dgm:presLayoutVars>
      </dgm:prSet>
      <dgm:spPr/>
    </dgm:pt>
    <dgm:pt modelId="{C06AE757-3A95-433F-BE73-A8197580E25A}" type="pres">
      <dgm:prSet presAssocID="{9E1DA2AF-5657-4C42-971F-F7010D2F46E4}" presName="compNode" presStyleCnt="0"/>
      <dgm:spPr/>
    </dgm:pt>
    <dgm:pt modelId="{DDB33027-F4B3-49FF-B0E5-C7307D7E03B9}" type="pres">
      <dgm:prSet presAssocID="{9E1DA2AF-5657-4C42-971F-F7010D2F46E4}" presName="bgRect" presStyleLbl="bgShp" presStyleIdx="0" presStyleCnt="3"/>
      <dgm:spPr/>
    </dgm:pt>
    <dgm:pt modelId="{030CF83E-DB6E-4239-8793-F8BB61F2E393}" type="pres">
      <dgm:prSet presAssocID="{9E1DA2AF-5657-4C42-971F-F7010D2F46E4}"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ustainability"/>
        </a:ext>
      </dgm:extLst>
    </dgm:pt>
    <dgm:pt modelId="{962C80E0-2F91-4BFD-AA88-FA2521743ACE}" type="pres">
      <dgm:prSet presAssocID="{9E1DA2AF-5657-4C42-971F-F7010D2F46E4}" presName="spaceRect" presStyleCnt="0"/>
      <dgm:spPr/>
    </dgm:pt>
    <dgm:pt modelId="{51524279-50FA-4A40-A6CB-2B2D855CBDD2}" type="pres">
      <dgm:prSet presAssocID="{9E1DA2AF-5657-4C42-971F-F7010D2F46E4}" presName="parTx" presStyleLbl="revTx" presStyleIdx="0" presStyleCnt="3">
        <dgm:presLayoutVars>
          <dgm:chMax val="0"/>
          <dgm:chPref val="0"/>
        </dgm:presLayoutVars>
      </dgm:prSet>
      <dgm:spPr/>
    </dgm:pt>
    <dgm:pt modelId="{76241E6C-8323-41C3-B049-2E6D30BCE709}" type="pres">
      <dgm:prSet presAssocID="{198B96E8-359F-42A9-A317-49050A81C01E}" presName="sibTrans" presStyleCnt="0"/>
      <dgm:spPr/>
    </dgm:pt>
    <dgm:pt modelId="{F64C5524-8E0B-4C44-89A4-B27FD52EF1D6}" type="pres">
      <dgm:prSet presAssocID="{0118535A-89D7-4B88-9562-3D4B739FF5E2}" presName="compNode" presStyleCnt="0"/>
      <dgm:spPr/>
    </dgm:pt>
    <dgm:pt modelId="{61731A73-B3E6-4508-ACBE-34DD9785E61D}" type="pres">
      <dgm:prSet presAssocID="{0118535A-89D7-4B88-9562-3D4B739FF5E2}" presName="bgRect" presStyleLbl="bgShp" presStyleIdx="1" presStyleCnt="3"/>
      <dgm:spPr/>
    </dgm:pt>
    <dgm:pt modelId="{03A9E5D6-1883-40B7-A492-A7BB9CE066E2}" type="pres">
      <dgm:prSet presAssocID="{0118535A-89D7-4B88-9562-3D4B739FF5E2}"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ranching Diagram"/>
        </a:ext>
      </dgm:extLst>
    </dgm:pt>
    <dgm:pt modelId="{8E3686A4-ACF4-4777-AF3C-7AE418DBE22E}" type="pres">
      <dgm:prSet presAssocID="{0118535A-89D7-4B88-9562-3D4B739FF5E2}" presName="spaceRect" presStyleCnt="0"/>
      <dgm:spPr/>
    </dgm:pt>
    <dgm:pt modelId="{DD694B92-9BE4-419F-A56D-2308A81A103C}" type="pres">
      <dgm:prSet presAssocID="{0118535A-89D7-4B88-9562-3D4B739FF5E2}" presName="parTx" presStyleLbl="revTx" presStyleIdx="1" presStyleCnt="3">
        <dgm:presLayoutVars>
          <dgm:chMax val="0"/>
          <dgm:chPref val="0"/>
        </dgm:presLayoutVars>
      </dgm:prSet>
      <dgm:spPr/>
    </dgm:pt>
    <dgm:pt modelId="{D5FB7A58-41A0-480E-B3E2-05768D140B3A}" type="pres">
      <dgm:prSet presAssocID="{6F16838B-4A04-474E-B8C6-D12508F6C356}" presName="sibTrans" presStyleCnt="0"/>
      <dgm:spPr/>
    </dgm:pt>
    <dgm:pt modelId="{261BE50A-FC76-4D52-B768-03D655CB0A53}" type="pres">
      <dgm:prSet presAssocID="{953F5312-2B6C-401E-B8C3-6D7F84903FE2}" presName="compNode" presStyleCnt="0"/>
      <dgm:spPr/>
    </dgm:pt>
    <dgm:pt modelId="{9064EC81-04DC-449F-9238-23D6D3A27126}" type="pres">
      <dgm:prSet presAssocID="{953F5312-2B6C-401E-B8C3-6D7F84903FE2}" presName="bgRect" presStyleLbl="bgShp" presStyleIdx="2" presStyleCnt="3"/>
      <dgm:spPr/>
    </dgm:pt>
    <dgm:pt modelId="{2DD693EC-EF5E-4108-841A-682D5F5D5583}" type="pres">
      <dgm:prSet presAssocID="{953F5312-2B6C-401E-B8C3-6D7F84903FE2}"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ircular Flowchart"/>
        </a:ext>
      </dgm:extLst>
    </dgm:pt>
    <dgm:pt modelId="{2DBDD0D5-59B3-45E4-B287-60689A57DD67}" type="pres">
      <dgm:prSet presAssocID="{953F5312-2B6C-401E-B8C3-6D7F84903FE2}" presName="spaceRect" presStyleCnt="0"/>
      <dgm:spPr/>
    </dgm:pt>
    <dgm:pt modelId="{FACD6557-82EB-4665-ACAF-62081354CB51}" type="pres">
      <dgm:prSet presAssocID="{953F5312-2B6C-401E-B8C3-6D7F84903FE2}" presName="parTx" presStyleLbl="revTx" presStyleIdx="2" presStyleCnt="3">
        <dgm:presLayoutVars>
          <dgm:chMax val="0"/>
          <dgm:chPref val="0"/>
        </dgm:presLayoutVars>
      </dgm:prSet>
      <dgm:spPr/>
    </dgm:pt>
  </dgm:ptLst>
  <dgm:cxnLst>
    <dgm:cxn modelId="{6FB26111-892B-4F8B-9B82-59FD8AA67858}" type="presOf" srcId="{953F5312-2B6C-401E-B8C3-6D7F84903FE2}" destId="{FACD6557-82EB-4665-ACAF-62081354CB51}" srcOrd="0" destOrd="0" presId="urn:microsoft.com/office/officeart/2018/2/layout/IconVerticalSolidList"/>
    <dgm:cxn modelId="{DCBE7F12-23E1-4362-A1BC-6D2731364A7A}" srcId="{D316E545-05BF-4FB2-B670-5DB15C2E4B21}" destId="{9E1DA2AF-5657-4C42-971F-F7010D2F46E4}" srcOrd="0" destOrd="0" parTransId="{BC0872B3-7C44-4FEB-B378-78025DC09E9B}" sibTransId="{198B96E8-359F-42A9-A317-49050A81C01E}"/>
    <dgm:cxn modelId="{DA89888D-81BE-40E1-8C36-AD4F09EE4561}" type="presOf" srcId="{D316E545-05BF-4FB2-B670-5DB15C2E4B21}" destId="{911671AC-6345-4471-9FEF-DE112F2422C9}" srcOrd="0" destOrd="0" presId="urn:microsoft.com/office/officeart/2018/2/layout/IconVerticalSolidList"/>
    <dgm:cxn modelId="{161CFF8E-9E08-4FA2-B6D0-0BAF8AC6828C}" srcId="{D316E545-05BF-4FB2-B670-5DB15C2E4B21}" destId="{953F5312-2B6C-401E-B8C3-6D7F84903FE2}" srcOrd="2" destOrd="0" parTransId="{6CFE73C1-B3D8-451F-BE1E-5D2EFF1A85E4}" sibTransId="{519EA2A3-E53E-4990-B030-46C2FE21E3F0}"/>
    <dgm:cxn modelId="{3EA96596-654E-4E13-B723-1CD76A9C1986}" type="presOf" srcId="{9E1DA2AF-5657-4C42-971F-F7010D2F46E4}" destId="{51524279-50FA-4A40-A6CB-2B2D855CBDD2}" srcOrd="0" destOrd="0" presId="urn:microsoft.com/office/officeart/2018/2/layout/IconVerticalSolidList"/>
    <dgm:cxn modelId="{31874CA5-DC5A-4B33-A95F-73EC3A46B490}" srcId="{D316E545-05BF-4FB2-B670-5DB15C2E4B21}" destId="{0118535A-89D7-4B88-9562-3D4B739FF5E2}" srcOrd="1" destOrd="0" parTransId="{F55BC272-98CE-491D-ABCB-10F06B3CCB7E}" sibTransId="{6F16838B-4A04-474E-B8C6-D12508F6C356}"/>
    <dgm:cxn modelId="{93158ADA-3402-4278-8E8A-B1FEDDBF3D5F}" type="presOf" srcId="{0118535A-89D7-4B88-9562-3D4B739FF5E2}" destId="{DD694B92-9BE4-419F-A56D-2308A81A103C}" srcOrd="0" destOrd="0" presId="urn:microsoft.com/office/officeart/2018/2/layout/IconVerticalSolidList"/>
    <dgm:cxn modelId="{E2EF23C7-F38A-4540-8ED4-22A72340BB3D}" type="presParOf" srcId="{911671AC-6345-4471-9FEF-DE112F2422C9}" destId="{C06AE757-3A95-433F-BE73-A8197580E25A}" srcOrd="0" destOrd="0" presId="urn:microsoft.com/office/officeart/2018/2/layout/IconVerticalSolidList"/>
    <dgm:cxn modelId="{D9AD8A53-9C9B-4A8A-8CAE-9C0DB14FFA0A}" type="presParOf" srcId="{C06AE757-3A95-433F-BE73-A8197580E25A}" destId="{DDB33027-F4B3-49FF-B0E5-C7307D7E03B9}" srcOrd="0" destOrd="0" presId="urn:microsoft.com/office/officeart/2018/2/layout/IconVerticalSolidList"/>
    <dgm:cxn modelId="{CF5DB6D3-7469-425A-99C1-CB9FBCB1F06B}" type="presParOf" srcId="{C06AE757-3A95-433F-BE73-A8197580E25A}" destId="{030CF83E-DB6E-4239-8793-F8BB61F2E393}" srcOrd="1" destOrd="0" presId="urn:microsoft.com/office/officeart/2018/2/layout/IconVerticalSolidList"/>
    <dgm:cxn modelId="{50733401-8726-4B5E-A108-85E73BD35B44}" type="presParOf" srcId="{C06AE757-3A95-433F-BE73-A8197580E25A}" destId="{962C80E0-2F91-4BFD-AA88-FA2521743ACE}" srcOrd="2" destOrd="0" presId="urn:microsoft.com/office/officeart/2018/2/layout/IconVerticalSolidList"/>
    <dgm:cxn modelId="{244EE3F2-B9D2-460D-B318-29B9B2B342E5}" type="presParOf" srcId="{C06AE757-3A95-433F-BE73-A8197580E25A}" destId="{51524279-50FA-4A40-A6CB-2B2D855CBDD2}" srcOrd="3" destOrd="0" presId="urn:microsoft.com/office/officeart/2018/2/layout/IconVerticalSolidList"/>
    <dgm:cxn modelId="{CDF9F879-78CE-4E1F-98EA-FBD757EF69A2}" type="presParOf" srcId="{911671AC-6345-4471-9FEF-DE112F2422C9}" destId="{76241E6C-8323-41C3-B049-2E6D30BCE709}" srcOrd="1" destOrd="0" presId="urn:microsoft.com/office/officeart/2018/2/layout/IconVerticalSolidList"/>
    <dgm:cxn modelId="{A7A1F23E-9EFD-4251-8C69-1E223AA07701}" type="presParOf" srcId="{911671AC-6345-4471-9FEF-DE112F2422C9}" destId="{F64C5524-8E0B-4C44-89A4-B27FD52EF1D6}" srcOrd="2" destOrd="0" presId="urn:microsoft.com/office/officeart/2018/2/layout/IconVerticalSolidList"/>
    <dgm:cxn modelId="{D71F2EC0-8A0F-4D84-B5BE-A9C55D4D1175}" type="presParOf" srcId="{F64C5524-8E0B-4C44-89A4-B27FD52EF1D6}" destId="{61731A73-B3E6-4508-ACBE-34DD9785E61D}" srcOrd="0" destOrd="0" presId="urn:microsoft.com/office/officeart/2018/2/layout/IconVerticalSolidList"/>
    <dgm:cxn modelId="{051CCBB6-1C45-405A-BEF8-35005617DAE2}" type="presParOf" srcId="{F64C5524-8E0B-4C44-89A4-B27FD52EF1D6}" destId="{03A9E5D6-1883-40B7-A492-A7BB9CE066E2}" srcOrd="1" destOrd="0" presId="urn:microsoft.com/office/officeart/2018/2/layout/IconVerticalSolidList"/>
    <dgm:cxn modelId="{4425A1BC-8A19-429E-8AD6-BBB53A76D7C7}" type="presParOf" srcId="{F64C5524-8E0B-4C44-89A4-B27FD52EF1D6}" destId="{8E3686A4-ACF4-4777-AF3C-7AE418DBE22E}" srcOrd="2" destOrd="0" presId="urn:microsoft.com/office/officeart/2018/2/layout/IconVerticalSolidList"/>
    <dgm:cxn modelId="{B3C7782E-CD59-4E89-8B04-AC0C8F34C87D}" type="presParOf" srcId="{F64C5524-8E0B-4C44-89A4-B27FD52EF1D6}" destId="{DD694B92-9BE4-419F-A56D-2308A81A103C}" srcOrd="3" destOrd="0" presId="urn:microsoft.com/office/officeart/2018/2/layout/IconVerticalSolidList"/>
    <dgm:cxn modelId="{05A4A175-55EE-49E4-9275-221D0F1AD4C6}" type="presParOf" srcId="{911671AC-6345-4471-9FEF-DE112F2422C9}" destId="{D5FB7A58-41A0-480E-B3E2-05768D140B3A}" srcOrd="3" destOrd="0" presId="urn:microsoft.com/office/officeart/2018/2/layout/IconVerticalSolidList"/>
    <dgm:cxn modelId="{6AC1F5AB-488C-4E8F-A7F0-3694CAEE436B}" type="presParOf" srcId="{911671AC-6345-4471-9FEF-DE112F2422C9}" destId="{261BE50A-FC76-4D52-B768-03D655CB0A53}" srcOrd="4" destOrd="0" presId="urn:microsoft.com/office/officeart/2018/2/layout/IconVerticalSolidList"/>
    <dgm:cxn modelId="{FBE6BE24-ACD8-4E27-83A8-FACEFE66A5EF}" type="presParOf" srcId="{261BE50A-FC76-4D52-B768-03D655CB0A53}" destId="{9064EC81-04DC-449F-9238-23D6D3A27126}" srcOrd="0" destOrd="0" presId="urn:microsoft.com/office/officeart/2018/2/layout/IconVerticalSolidList"/>
    <dgm:cxn modelId="{11352CD5-DCA3-432D-B9E4-1EE68EB81EDA}" type="presParOf" srcId="{261BE50A-FC76-4D52-B768-03D655CB0A53}" destId="{2DD693EC-EF5E-4108-841A-682D5F5D5583}" srcOrd="1" destOrd="0" presId="urn:microsoft.com/office/officeart/2018/2/layout/IconVerticalSolidList"/>
    <dgm:cxn modelId="{264E5382-3EAC-4C1F-AA1A-B26C591218CB}" type="presParOf" srcId="{261BE50A-FC76-4D52-B768-03D655CB0A53}" destId="{2DBDD0D5-59B3-45E4-B287-60689A57DD67}" srcOrd="2" destOrd="0" presId="urn:microsoft.com/office/officeart/2018/2/layout/IconVerticalSolidList"/>
    <dgm:cxn modelId="{DEB4EDFC-D994-49CD-BAE5-BCB7A0B6ED5F}" type="presParOf" srcId="{261BE50A-FC76-4D52-B768-03D655CB0A53}" destId="{FACD6557-82EB-4665-ACAF-62081354CB51}"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8434E00E-6B73-4862-AD4A-056C9A5ECEA1}"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674ECD72-5EC3-4EDC-A6CD-8A65F180A92D}">
      <dgm:prSet/>
      <dgm:spPr/>
      <dgm:t>
        <a:bodyPr/>
        <a:lstStyle/>
        <a:p>
          <a:r>
            <a:rPr lang="en-US"/>
            <a:t>Modeling user interaction is important as it helps to identify user requirements. </a:t>
          </a:r>
        </a:p>
      </dgm:t>
    </dgm:pt>
    <dgm:pt modelId="{8F9AF5C6-6C49-4AA4-8C45-0BF9F0606406}" type="parTrans" cxnId="{C2055CF5-2F84-4161-A2D7-F22A19CCF9A5}">
      <dgm:prSet/>
      <dgm:spPr/>
      <dgm:t>
        <a:bodyPr/>
        <a:lstStyle/>
        <a:p>
          <a:endParaRPr lang="en-US"/>
        </a:p>
      </dgm:t>
    </dgm:pt>
    <dgm:pt modelId="{EF0AF9C9-EBF8-4BA6-BE05-EF323996A994}" type="sibTrans" cxnId="{C2055CF5-2F84-4161-A2D7-F22A19CCF9A5}">
      <dgm:prSet/>
      <dgm:spPr/>
      <dgm:t>
        <a:bodyPr/>
        <a:lstStyle/>
        <a:p>
          <a:endParaRPr lang="en-US"/>
        </a:p>
      </dgm:t>
    </dgm:pt>
    <dgm:pt modelId="{000899B2-B609-4267-B1A9-C9B16B99E6C6}">
      <dgm:prSet/>
      <dgm:spPr/>
      <dgm:t>
        <a:bodyPr/>
        <a:lstStyle/>
        <a:p>
          <a:r>
            <a:rPr lang="en-US"/>
            <a:t>Modeling system-to-system interaction highlights the communication problems that may arise. </a:t>
          </a:r>
        </a:p>
      </dgm:t>
    </dgm:pt>
    <dgm:pt modelId="{532CFE87-AE50-42E8-95A2-F294D0850B77}" type="parTrans" cxnId="{04D64B5C-FBDF-4F59-8B70-94EFFBC5EFAF}">
      <dgm:prSet/>
      <dgm:spPr/>
      <dgm:t>
        <a:bodyPr/>
        <a:lstStyle/>
        <a:p>
          <a:endParaRPr lang="en-US"/>
        </a:p>
      </dgm:t>
    </dgm:pt>
    <dgm:pt modelId="{5B784011-5649-46D9-8E7A-FA4F9694A183}" type="sibTrans" cxnId="{04D64B5C-FBDF-4F59-8B70-94EFFBC5EFAF}">
      <dgm:prSet/>
      <dgm:spPr/>
      <dgm:t>
        <a:bodyPr/>
        <a:lstStyle/>
        <a:p>
          <a:endParaRPr lang="en-US"/>
        </a:p>
      </dgm:t>
    </dgm:pt>
    <dgm:pt modelId="{6B35EC64-04F2-4EA9-9D24-F312D16A3EB2}">
      <dgm:prSet/>
      <dgm:spPr/>
      <dgm:t>
        <a:bodyPr/>
        <a:lstStyle/>
        <a:p>
          <a:r>
            <a:rPr lang="en-US"/>
            <a:t>Modeling component interaction helps us understand if a proposed system structure is likely to deliver the required system performance and dependability.</a:t>
          </a:r>
          <a:r>
            <a:rPr lang="en-GB"/>
            <a:t> </a:t>
          </a:r>
          <a:endParaRPr lang="en-US"/>
        </a:p>
      </dgm:t>
    </dgm:pt>
    <dgm:pt modelId="{CF41210D-876A-4ADB-9475-C59FD8EF14CC}" type="parTrans" cxnId="{A4FFD142-88A6-4D28-84FF-019768882E67}">
      <dgm:prSet/>
      <dgm:spPr/>
      <dgm:t>
        <a:bodyPr/>
        <a:lstStyle/>
        <a:p>
          <a:endParaRPr lang="en-US"/>
        </a:p>
      </dgm:t>
    </dgm:pt>
    <dgm:pt modelId="{5E79DA40-C497-43AC-8CAB-96030CFAEC39}" type="sibTrans" cxnId="{A4FFD142-88A6-4D28-84FF-019768882E67}">
      <dgm:prSet/>
      <dgm:spPr/>
      <dgm:t>
        <a:bodyPr/>
        <a:lstStyle/>
        <a:p>
          <a:endParaRPr lang="en-US"/>
        </a:p>
      </dgm:t>
    </dgm:pt>
    <dgm:pt modelId="{459D7D77-320F-44FE-B72F-86A8227FA39C}">
      <dgm:prSet/>
      <dgm:spPr/>
      <dgm:t>
        <a:bodyPr/>
        <a:lstStyle/>
        <a:p>
          <a:r>
            <a:rPr lang="en-GB"/>
            <a:t>Use case diagrams and sequence diagrams may be used for interaction modeling.</a:t>
          </a:r>
          <a:endParaRPr lang="en-US"/>
        </a:p>
      </dgm:t>
    </dgm:pt>
    <dgm:pt modelId="{F3BBEBBE-385A-4645-8C7B-B5A7365CC97E}" type="parTrans" cxnId="{E1AF902B-33CC-4435-B1A3-32C026E78141}">
      <dgm:prSet/>
      <dgm:spPr/>
      <dgm:t>
        <a:bodyPr/>
        <a:lstStyle/>
        <a:p>
          <a:endParaRPr lang="en-US"/>
        </a:p>
      </dgm:t>
    </dgm:pt>
    <dgm:pt modelId="{F0E5F79C-214F-4EE7-ABEF-6BD358CC99F6}" type="sibTrans" cxnId="{E1AF902B-33CC-4435-B1A3-32C026E78141}">
      <dgm:prSet/>
      <dgm:spPr/>
      <dgm:t>
        <a:bodyPr/>
        <a:lstStyle/>
        <a:p>
          <a:endParaRPr lang="en-US"/>
        </a:p>
      </dgm:t>
    </dgm:pt>
    <dgm:pt modelId="{1F52B89C-690F-4A69-BC6B-A78C3DAAAEEB}" type="pres">
      <dgm:prSet presAssocID="{8434E00E-6B73-4862-AD4A-056C9A5ECEA1}" presName="linear" presStyleCnt="0">
        <dgm:presLayoutVars>
          <dgm:animLvl val="lvl"/>
          <dgm:resizeHandles val="exact"/>
        </dgm:presLayoutVars>
      </dgm:prSet>
      <dgm:spPr/>
    </dgm:pt>
    <dgm:pt modelId="{C7744213-842C-4164-8A83-D832954C9811}" type="pres">
      <dgm:prSet presAssocID="{674ECD72-5EC3-4EDC-A6CD-8A65F180A92D}" presName="parentText" presStyleLbl="node1" presStyleIdx="0" presStyleCnt="4">
        <dgm:presLayoutVars>
          <dgm:chMax val="0"/>
          <dgm:bulletEnabled val="1"/>
        </dgm:presLayoutVars>
      </dgm:prSet>
      <dgm:spPr/>
    </dgm:pt>
    <dgm:pt modelId="{87B620FE-F0A8-4083-A92E-72E788F4628F}" type="pres">
      <dgm:prSet presAssocID="{EF0AF9C9-EBF8-4BA6-BE05-EF323996A994}" presName="spacer" presStyleCnt="0"/>
      <dgm:spPr/>
    </dgm:pt>
    <dgm:pt modelId="{2A4D5C5A-67EA-4FC6-99DF-4EFB2033AE2C}" type="pres">
      <dgm:prSet presAssocID="{000899B2-B609-4267-B1A9-C9B16B99E6C6}" presName="parentText" presStyleLbl="node1" presStyleIdx="1" presStyleCnt="4">
        <dgm:presLayoutVars>
          <dgm:chMax val="0"/>
          <dgm:bulletEnabled val="1"/>
        </dgm:presLayoutVars>
      </dgm:prSet>
      <dgm:spPr/>
    </dgm:pt>
    <dgm:pt modelId="{8C0E90F8-E0E4-419A-8F3A-538A4F6E3788}" type="pres">
      <dgm:prSet presAssocID="{5B784011-5649-46D9-8E7A-FA4F9694A183}" presName="spacer" presStyleCnt="0"/>
      <dgm:spPr/>
    </dgm:pt>
    <dgm:pt modelId="{22288BB9-D9CA-48F9-BBCF-0C5BAD579FCF}" type="pres">
      <dgm:prSet presAssocID="{6B35EC64-04F2-4EA9-9D24-F312D16A3EB2}" presName="parentText" presStyleLbl="node1" presStyleIdx="2" presStyleCnt="4">
        <dgm:presLayoutVars>
          <dgm:chMax val="0"/>
          <dgm:bulletEnabled val="1"/>
        </dgm:presLayoutVars>
      </dgm:prSet>
      <dgm:spPr/>
    </dgm:pt>
    <dgm:pt modelId="{94D15AF3-2554-46A3-8617-A432F41B7C8D}" type="pres">
      <dgm:prSet presAssocID="{5E79DA40-C497-43AC-8CAB-96030CFAEC39}" presName="spacer" presStyleCnt="0"/>
      <dgm:spPr/>
    </dgm:pt>
    <dgm:pt modelId="{532CD976-ADD4-4871-B2EE-C16C21C3295A}" type="pres">
      <dgm:prSet presAssocID="{459D7D77-320F-44FE-B72F-86A8227FA39C}" presName="parentText" presStyleLbl="node1" presStyleIdx="3" presStyleCnt="4">
        <dgm:presLayoutVars>
          <dgm:chMax val="0"/>
          <dgm:bulletEnabled val="1"/>
        </dgm:presLayoutVars>
      </dgm:prSet>
      <dgm:spPr/>
    </dgm:pt>
  </dgm:ptLst>
  <dgm:cxnLst>
    <dgm:cxn modelId="{E1AF902B-33CC-4435-B1A3-32C026E78141}" srcId="{8434E00E-6B73-4862-AD4A-056C9A5ECEA1}" destId="{459D7D77-320F-44FE-B72F-86A8227FA39C}" srcOrd="3" destOrd="0" parTransId="{F3BBEBBE-385A-4645-8C7B-B5A7365CC97E}" sibTransId="{F0E5F79C-214F-4EE7-ABEF-6BD358CC99F6}"/>
    <dgm:cxn modelId="{04D64B5C-FBDF-4F59-8B70-94EFFBC5EFAF}" srcId="{8434E00E-6B73-4862-AD4A-056C9A5ECEA1}" destId="{000899B2-B609-4267-B1A9-C9B16B99E6C6}" srcOrd="1" destOrd="0" parTransId="{532CFE87-AE50-42E8-95A2-F294D0850B77}" sibTransId="{5B784011-5649-46D9-8E7A-FA4F9694A183}"/>
    <dgm:cxn modelId="{A4FFD142-88A6-4D28-84FF-019768882E67}" srcId="{8434E00E-6B73-4862-AD4A-056C9A5ECEA1}" destId="{6B35EC64-04F2-4EA9-9D24-F312D16A3EB2}" srcOrd="2" destOrd="0" parTransId="{CF41210D-876A-4ADB-9475-C59FD8EF14CC}" sibTransId="{5E79DA40-C497-43AC-8CAB-96030CFAEC39}"/>
    <dgm:cxn modelId="{8E1E9A8C-65AF-4FE9-822F-85D98E60D471}" type="presOf" srcId="{674ECD72-5EC3-4EDC-A6CD-8A65F180A92D}" destId="{C7744213-842C-4164-8A83-D832954C9811}" srcOrd="0" destOrd="0" presId="urn:microsoft.com/office/officeart/2005/8/layout/vList2"/>
    <dgm:cxn modelId="{63DB3E9D-3B92-48DF-8DFA-92E612FA0733}" type="presOf" srcId="{6B35EC64-04F2-4EA9-9D24-F312D16A3EB2}" destId="{22288BB9-D9CA-48F9-BBCF-0C5BAD579FCF}" srcOrd="0" destOrd="0" presId="urn:microsoft.com/office/officeart/2005/8/layout/vList2"/>
    <dgm:cxn modelId="{FAAE62AB-A778-492A-B6AF-2247AE3EEC68}" type="presOf" srcId="{000899B2-B609-4267-B1A9-C9B16B99E6C6}" destId="{2A4D5C5A-67EA-4FC6-99DF-4EFB2033AE2C}" srcOrd="0" destOrd="0" presId="urn:microsoft.com/office/officeart/2005/8/layout/vList2"/>
    <dgm:cxn modelId="{155DDDB0-FE51-4C0A-87C4-FEF4EA4AB846}" type="presOf" srcId="{8434E00E-6B73-4862-AD4A-056C9A5ECEA1}" destId="{1F52B89C-690F-4A69-BC6B-A78C3DAAAEEB}" srcOrd="0" destOrd="0" presId="urn:microsoft.com/office/officeart/2005/8/layout/vList2"/>
    <dgm:cxn modelId="{598EB9EA-56EC-4B3C-9E75-1023B4F61D8D}" type="presOf" srcId="{459D7D77-320F-44FE-B72F-86A8227FA39C}" destId="{532CD976-ADD4-4871-B2EE-C16C21C3295A}" srcOrd="0" destOrd="0" presId="urn:microsoft.com/office/officeart/2005/8/layout/vList2"/>
    <dgm:cxn modelId="{C2055CF5-2F84-4161-A2D7-F22A19CCF9A5}" srcId="{8434E00E-6B73-4862-AD4A-056C9A5ECEA1}" destId="{674ECD72-5EC3-4EDC-A6CD-8A65F180A92D}" srcOrd="0" destOrd="0" parTransId="{8F9AF5C6-6C49-4AA4-8C45-0BF9F0606406}" sibTransId="{EF0AF9C9-EBF8-4BA6-BE05-EF323996A994}"/>
    <dgm:cxn modelId="{1022110B-9027-433A-BE56-4C4D40E7F364}" type="presParOf" srcId="{1F52B89C-690F-4A69-BC6B-A78C3DAAAEEB}" destId="{C7744213-842C-4164-8A83-D832954C9811}" srcOrd="0" destOrd="0" presId="urn:microsoft.com/office/officeart/2005/8/layout/vList2"/>
    <dgm:cxn modelId="{E26380BD-E3E8-4286-98E8-9105B87336DA}" type="presParOf" srcId="{1F52B89C-690F-4A69-BC6B-A78C3DAAAEEB}" destId="{87B620FE-F0A8-4083-A92E-72E788F4628F}" srcOrd="1" destOrd="0" presId="urn:microsoft.com/office/officeart/2005/8/layout/vList2"/>
    <dgm:cxn modelId="{7EE439C6-BE51-438E-BD70-6218E6EBB1F0}" type="presParOf" srcId="{1F52B89C-690F-4A69-BC6B-A78C3DAAAEEB}" destId="{2A4D5C5A-67EA-4FC6-99DF-4EFB2033AE2C}" srcOrd="2" destOrd="0" presId="urn:microsoft.com/office/officeart/2005/8/layout/vList2"/>
    <dgm:cxn modelId="{52DBE091-751F-427D-8A70-A97D5A5AF027}" type="presParOf" srcId="{1F52B89C-690F-4A69-BC6B-A78C3DAAAEEB}" destId="{8C0E90F8-E0E4-419A-8F3A-538A4F6E3788}" srcOrd="3" destOrd="0" presId="urn:microsoft.com/office/officeart/2005/8/layout/vList2"/>
    <dgm:cxn modelId="{73A8C0CF-E374-4519-B0D0-E4C7A5DD7309}" type="presParOf" srcId="{1F52B89C-690F-4A69-BC6B-A78C3DAAAEEB}" destId="{22288BB9-D9CA-48F9-BBCF-0C5BAD579FCF}" srcOrd="4" destOrd="0" presId="urn:microsoft.com/office/officeart/2005/8/layout/vList2"/>
    <dgm:cxn modelId="{D9767F75-0691-4F2C-855F-BA24AF495E8E}" type="presParOf" srcId="{1F52B89C-690F-4A69-BC6B-A78C3DAAAEEB}" destId="{94D15AF3-2554-46A3-8617-A432F41B7C8D}" srcOrd="5" destOrd="0" presId="urn:microsoft.com/office/officeart/2005/8/layout/vList2"/>
    <dgm:cxn modelId="{A7B63174-A701-498E-8EA5-00EED77D3B01}" type="presParOf" srcId="{1F52B89C-690F-4A69-BC6B-A78C3DAAAEEB}" destId="{532CD976-ADD4-4871-B2EE-C16C21C3295A}"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7CB108B2-017A-4C33-A63F-EF33111DF82E}"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A0D4C42C-14C5-4825-B168-DE39B6B1E75F}">
      <dgm:prSet/>
      <dgm:spPr/>
      <dgm:t>
        <a:bodyPr/>
        <a:lstStyle/>
        <a:p>
          <a:r>
            <a:rPr lang="en-US"/>
            <a:t>Use cases were developed originally to support requirements elicitation and now incorporated into the UML.</a:t>
          </a:r>
        </a:p>
      </dgm:t>
    </dgm:pt>
    <dgm:pt modelId="{E589658E-CDFE-47E1-81CD-7CAAFEFD5023}" type="parTrans" cxnId="{B3F8D04C-F609-4FCF-A71B-57334F20A237}">
      <dgm:prSet/>
      <dgm:spPr/>
      <dgm:t>
        <a:bodyPr/>
        <a:lstStyle/>
        <a:p>
          <a:endParaRPr lang="en-US"/>
        </a:p>
      </dgm:t>
    </dgm:pt>
    <dgm:pt modelId="{C5180A4B-A3F5-4EB7-8AE3-0B801B330CE3}" type="sibTrans" cxnId="{B3F8D04C-F609-4FCF-A71B-57334F20A237}">
      <dgm:prSet/>
      <dgm:spPr/>
      <dgm:t>
        <a:bodyPr/>
        <a:lstStyle/>
        <a:p>
          <a:endParaRPr lang="en-US"/>
        </a:p>
      </dgm:t>
    </dgm:pt>
    <dgm:pt modelId="{52721F49-09D3-4B4E-8B43-873D8AE7D871}">
      <dgm:prSet/>
      <dgm:spPr/>
      <dgm:t>
        <a:bodyPr/>
        <a:lstStyle/>
        <a:p>
          <a:r>
            <a:rPr lang="en-US"/>
            <a:t>Each use case represents a discrete task that involves external interaction with a system.</a:t>
          </a:r>
        </a:p>
      </dgm:t>
    </dgm:pt>
    <dgm:pt modelId="{2EBEEC91-8E46-4DB6-AC3C-A74A57696FFE}" type="parTrans" cxnId="{2FF542B9-DBD1-44FC-9EAC-38E8DA1AFD9B}">
      <dgm:prSet/>
      <dgm:spPr/>
      <dgm:t>
        <a:bodyPr/>
        <a:lstStyle/>
        <a:p>
          <a:endParaRPr lang="en-US"/>
        </a:p>
      </dgm:t>
    </dgm:pt>
    <dgm:pt modelId="{8C947526-345B-4290-AACD-0306F8DE297D}" type="sibTrans" cxnId="{2FF542B9-DBD1-44FC-9EAC-38E8DA1AFD9B}">
      <dgm:prSet/>
      <dgm:spPr/>
      <dgm:t>
        <a:bodyPr/>
        <a:lstStyle/>
        <a:p>
          <a:endParaRPr lang="en-US"/>
        </a:p>
      </dgm:t>
    </dgm:pt>
    <dgm:pt modelId="{264C7E2F-D10F-47FD-886C-93AA5EA26F64}">
      <dgm:prSet/>
      <dgm:spPr/>
      <dgm:t>
        <a:bodyPr/>
        <a:lstStyle/>
        <a:p>
          <a:r>
            <a:rPr lang="en-US"/>
            <a:t>Actors in a use case may be people or other systems.</a:t>
          </a:r>
        </a:p>
      </dgm:t>
    </dgm:pt>
    <dgm:pt modelId="{9A63B41F-1840-49A4-AB65-D7DF2CDE7318}" type="parTrans" cxnId="{9DF73F49-B66F-436C-94E5-478965AA9CE2}">
      <dgm:prSet/>
      <dgm:spPr/>
      <dgm:t>
        <a:bodyPr/>
        <a:lstStyle/>
        <a:p>
          <a:endParaRPr lang="en-US"/>
        </a:p>
      </dgm:t>
    </dgm:pt>
    <dgm:pt modelId="{D66183B1-5E97-4967-A604-06C2AA534160}" type="sibTrans" cxnId="{9DF73F49-B66F-436C-94E5-478965AA9CE2}">
      <dgm:prSet/>
      <dgm:spPr/>
      <dgm:t>
        <a:bodyPr/>
        <a:lstStyle/>
        <a:p>
          <a:endParaRPr lang="en-US"/>
        </a:p>
      </dgm:t>
    </dgm:pt>
    <dgm:pt modelId="{B88FB3E5-C7A1-4622-BC63-7289A73109C2}">
      <dgm:prSet/>
      <dgm:spPr/>
      <dgm:t>
        <a:bodyPr/>
        <a:lstStyle/>
        <a:p>
          <a:r>
            <a:rPr lang="en-US"/>
            <a:t>Represented diagramatically to provide an overview of the use case and in a more detailed textual form.</a:t>
          </a:r>
        </a:p>
      </dgm:t>
    </dgm:pt>
    <dgm:pt modelId="{EA9140F4-65C9-43FC-BB37-81E8C826E503}" type="parTrans" cxnId="{502AE217-C614-4632-BDF0-B35C2F9D41D6}">
      <dgm:prSet/>
      <dgm:spPr/>
      <dgm:t>
        <a:bodyPr/>
        <a:lstStyle/>
        <a:p>
          <a:endParaRPr lang="en-US"/>
        </a:p>
      </dgm:t>
    </dgm:pt>
    <dgm:pt modelId="{9BB10983-F49F-46FD-943D-FD9A88304D96}" type="sibTrans" cxnId="{502AE217-C614-4632-BDF0-B35C2F9D41D6}">
      <dgm:prSet/>
      <dgm:spPr/>
      <dgm:t>
        <a:bodyPr/>
        <a:lstStyle/>
        <a:p>
          <a:endParaRPr lang="en-US"/>
        </a:p>
      </dgm:t>
    </dgm:pt>
    <dgm:pt modelId="{4C4DAFCB-0FA8-4AED-995D-4D249B1D1A20}" type="pres">
      <dgm:prSet presAssocID="{7CB108B2-017A-4C33-A63F-EF33111DF82E}" presName="root" presStyleCnt="0">
        <dgm:presLayoutVars>
          <dgm:dir/>
          <dgm:resizeHandles val="exact"/>
        </dgm:presLayoutVars>
      </dgm:prSet>
      <dgm:spPr/>
    </dgm:pt>
    <dgm:pt modelId="{3CE26474-A871-4369-9C9C-D7DDAE448448}" type="pres">
      <dgm:prSet presAssocID="{A0D4C42C-14C5-4825-B168-DE39B6B1E75F}" presName="compNode" presStyleCnt="0"/>
      <dgm:spPr/>
    </dgm:pt>
    <dgm:pt modelId="{E54BF24D-ACE5-448F-A42F-923A0D4A85EA}" type="pres">
      <dgm:prSet presAssocID="{A0D4C42C-14C5-4825-B168-DE39B6B1E75F}" presName="bgRect" presStyleLbl="bgShp" presStyleIdx="0" presStyleCnt="4"/>
      <dgm:spPr/>
    </dgm:pt>
    <dgm:pt modelId="{398688BC-573F-4DF6-8FE5-039DE12EF100}" type="pres">
      <dgm:prSet presAssocID="{A0D4C42C-14C5-4825-B168-DE39B6B1E75F}"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octor"/>
        </a:ext>
      </dgm:extLst>
    </dgm:pt>
    <dgm:pt modelId="{5B33FE18-443F-4F37-9BFB-19C1B036AA57}" type="pres">
      <dgm:prSet presAssocID="{A0D4C42C-14C5-4825-B168-DE39B6B1E75F}" presName="spaceRect" presStyleCnt="0"/>
      <dgm:spPr/>
    </dgm:pt>
    <dgm:pt modelId="{63DF914E-6981-42FB-9CD3-CD16698A9CFA}" type="pres">
      <dgm:prSet presAssocID="{A0D4C42C-14C5-4825-B168-DE39B6B1E75F}" presName="parTx" presStyleLbl="revTx" presStyleIdx="0" presStyleCnt="4">
        <dgm:presLayoutVars>
          <dgm:chMax val="0"/>
          <dgm:chPref val="0"/>
        </dgm:presLayoutVars>
      </dgm:prSet>
      <dgm:spPr/>
    </dgm:pt>
    <dgm:pt modelId="{4A0F6409-5A01-4B42-BC67-424492E32AD0}" type="pres">
      <dgm:prSet presAssocID="{C5180A4B-A3F5-4EB7-8AE3-0B801B330CE3}" presName="sibTrans" presStyleCnt="0"/>
      <dgm:spPr/>
    </dgm:pt>
    <dgm:pt modelId="{21C67718-CA62-4F43-AEF5-13CDE73AB766}" type="pres">
      <dgm:prSet presAssocID="{52721F49-09D3-4B4E-8B43-873D8AE7D871}" presName="compNode" presStyleCnt="0"/>
      <dgm:spPr/>
    </dgm:pt>
    <dgm:pt modelId="{504938FA-726C-447A-8A5B-5B2D74D09E68}" type="pres">
      <dgm:prSet presAssocID="{52721F49-09D3-4B4E-8B43-873D8AE7D871}" presName="bgRect" presStyleLbl="bgShp" presStyleIdx="1" presStyleCnt="4"/>
      <dgm:spPr/>
    </dgm:pt>
    <dgm:pt modelId="{40159B86-3090-4519-823C-0908E8C8D582}" type="pres">
      <dgm:prSet presAssocID="{52721F49-09D3-4B4E-8B43-873D8AE7D871}"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ierarchy"/>
        </a:ext>
      </dgm:extLst>
    </dgm:pt>
    <dgm:pt modelId="{305442C4-02A7-4126-80CD-FDA175111C3A}" type="pres">
      <dgm:prSet presAssocID="{52721F49-09D3-4B4E-8B43-873D8AE7D871}" presName="spaceRect" presStyleCnt="0"/>
      <dgm:spPr/>
    </dgm:pt>
    <dgm:pt modelId="{D75C478D-5C31-4B69-B2C2-4741FBD17D00}" type="pres">
      <dgm:prSet presAssocID="{52721F49-09D3-4B4E-8B43-873D8AE7D871}" presName="parTx" presStyleLbl="revTx" presStyleIdx="1" presStyleCnt="4">
        <dgm:presLayoutVars>
          <dgm:chMax val="0"/>
          <dgm:chPref val="0"/>
        </dgm:presLayoutVars>
      </dgm:prSet>
      <dgm:spPr/>
    </dgm:pt>
    <dgm:pt modelId="{CC85C804-B983-409A-838C-4AAF2C8A5398}" type="pres">
      <dgm:prSet presAssocID="{8C947526-345B-4290-AACD-0306F8DE297D}" presName="sibTrans" presStyleCnt="0"/>
      <dgm:spPr/>
    </dgm:pt>
    <dgm:pt modelId="{92E48312-4E74-4597-9BF7-65F6BA6897EB}" type="pres">
      <dgm:prSet presAssocID="{264C7E2F-D10F-47FD-886C-93AA5EA26F64}" presName="compNode" presStyleCnt="0"/>
      <dgm:spPr/>
    </dgm:pt>
    <dgm:pt modelId="{20BE9FE8-EE86-49F8-8864-EB743D83D92C}" type="pres">
      <dgm:prSet presAssocID="{264C7E2F-D10F-47FD-886C-93AA5EA26F64}" presName="bgRect" presStyleLbl="bgShp" presStyleIdx="2" presStyleCnt="4"/>
      <dgm:spPr/>
    </dgm:pt>
    <dgm:pt modelId="{80816BE3-1CB3-4582-95A4-2E0F29BEB486}" type="pres">
      <dgm:prSet presAssocID="{264C7E2F-D10F-47FD-886C-93AA5EA26F64}"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Target Audience"/>
        </a:ext>
      </dgm:extLst>
    </dgm:pt>
    <dgm:pt modelId="{1A1F8D71-DCFF-47A4-BD16-0F9DCAEA0447}" type="pres">
      <dgm:prSet presAssocID="{264C7E2F-D10F-47FD-886C-93AA5EA26F64}" presName="spaceRect" presStyleCnt="0"/>
      <dgm:spPr/>
    </dgm:pt>
    <dgm:pt modelId="{D83E2F2F-7367-4113-9E23-9096BF340023}" type="pres">
      <dgm:prSet presAssocID="{264C7E2F-D10F-47FD-886C-93AA5EA26F64}" presName="parTx" presStyleLbl="revTx" presStyleIdx="2" presStyleCnt="4">
        <dgm:presLayoutVars>
          <dgm:chMax val="0"/>
          <dgm:chPref val="0"/>
        </dgm:presLayoutVars>
      </dgm:prSet>
      <dgm:spPr/>
    </dgm:pt>
    <dgm:pt modelId="{1B106F09-5FA2-4C0F-B762-AB76FC15A999}" type="pres">
      <dgm:prSet presAssocID="{D66183B1-5E97-4967-A604-06C2AA534160}" presName="sibTrans" presStyleCnt="0"/>
      <dgm:spPr/>
    </dgm:pt>
    <dgm:pt modelId="{6A447D08-CE7F-4013-8FCF-A3578A445C07}" type="pres">
      <dgm:prSet presAssocID="{B88FB3E5-C7A1-4622-BC63-7289A73109C2}" presName="compNode" presStyleCnt="0"/>
      <dgm:spPr/>
    </dgm:pt>
    <dgm:pt modelId="{85F07DFA-EDE8-4FBB-81E4-19BD1A4FB223}" type="pres">
      <dgm:prSet presAssocID="{B88FB3E5-C7A1-4622-BC63-7289A73109C2}" presName="bgRect" presStyleLbl="bgShp" presStyleIdx="3" presStyleCnt="4"/>
      <dgm:spPr/>
    </dgm:pt>
    <dgm:pt modelId="{0EBE899D-5BB2-4D06-8182-2DE52139F4AF}" type="pres">
      <dgm:prSet presAssocID="{B88FB3E5-C7A1-4622-BC63-7289A73109C2}"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Quotes"/>
        </a:ext>
      </dgm:extLst>
    </dgm:pt>
    <dgm:pt modelId="{C9180125-3D8F-4C45-ABD7-2C785262F7A7}" type="pres">
      <dgm:prSet presAssocID="{B88FB3E5-C7A1-4622-BC63-7289A73109C2}" presName="spaceRect" presStyleCnt="0"/>
      <dgm:spPr/>
    </dgm:pt>
    <dgm:pt modelId="{3642BF3F-E1EF-48CB-A30D-7D50E58F37E9}" type="pres">
      <dgm:prSet presAssocID="{B88FB3E5-C7A1-4622-BC63-7289A73109C2}" presName="parTx" presStyleLbl="revTx" presStyleIdx="3" presStyleCnt="4">
        <dgm:presLayoutVars>
          <dgm:chMax val="0"/>
          <dgm:chPref val="0"/>
        </dgm:presLayoutVars>
      </dgm:prSet>
      <dgm:spPr/>
    </dgm:pt>
  </dgm:ptLst>
  <dgm:cxnLst>
    <dgm:cxn modelId="{502AE217-C614-4632-BDF0-B35C2F9D41D6}" srcId="{7CB108B2-017A-4C33-A63F-EF33111DF82E}" destId="{B88FB3E5-C7A1-4622-BC63-7289A73109C2}" srcOrd="3" destOrd="0" parTransId="{EA9140F4-65C9-43FC-BB37-81E8C826E503}" sibTransId="{9BB10983-F49F-46FD-943D-FD9A88304D96}"/>
    <dgm:cxn modelId="{2FBC842C-5825-4F66-9A32-938081814D93}" type="presOf" srcId="{7CB108B2-017A-4C33-A63F-EF33111DF82E}" destId="{4C4DAFCB-0FA8-4AED-995D-4D249B1D1A20}" srcOrd="0" destOrd="0" presId="urn:microsoft.com/office/officeart/2018/2/layout/IconVerticalSolidList"/>
    <dgm:cxn modelId="{9DF73F49-B66F-436C-94E5-478965AA9CE2}" srcId="{7CB108B2-017A-4C33-A63F-EF33111DF82E}" destId="{264C7E2F-D10F-47FD-886C-93AA5EA26F64}" srcOrd="2" destOrd="0" parTransId="{9A63B41F-1840-49A4-AB65-D7DF2CDE7318}" sibTransId="{D66183B1-5E97-4967-A604-06C2AA534160}"/>
    <dgm:cxn modelId="{236C7D6C-492B-4BFE-B4E1-FBB375101515}" type="presOf" srcId="{52721F49-09D3-4B4E-8B43-873D8AE7D871}" destId="{D75C478D-5C31-4B69-B2C2-4741FBD17D00}" srcOrd="0" destOrd="0" presId="urn:microsoft.com/office/officeart/2018/2/layout/IconVerticalSolidList"/>
    <dgm:cxn modelId="{B3F8D04C-F609-4FCF-A71B-57334F20A237}" srcId="{7CB108B2-017A-4C33-A63F-EF33111DF82E}" destId="{A0D4C42C-14C5-4825-B168-DE39B6B1E75F}" srcOrd="0" destOrd="0" parTransId="{E589658E-CDFE-47E1-81CD-7CAAFEFD5023}" sibTransId="{C5180A4B-A3F5-4EB7-8AE3-0B801B330CE3}"/>
    <dgm:cxn modelId="{05E1DC8B-29A3-4B68-89C9-EB19497F780B}" type="presOf" srcId="{264C7E2F-D10F-47FD-886C-93AA5EA26F64}" destId="{D83E2F2F-7367-4113-9E23-9096BF340023}" srcOrd="0" destOrd="0" presId="urn:microsoft.com/office/officeart/2018/2/layout/IconVerticalSolidList"/>
    <dgm:cxn modelId="{2FF542B9-DBD1-44FC-9EAC-38E8DA1AFD9B}" srcId="{7CB108B2-017A-4C33-A63F-EF33111DF82E}" destId="{52721F49-09D3-4B4E-8B43-873D8AE7D871}" srcOrd="1" destOrd="0" parTransId="{2EBEEC91-8E46-4DB6-AC3C-A74A57696FFE}" sibTransId="{8C947526-345B-4290-AACD-0306F8DE297D}"/>
    <dgm:cxn modelId="{04F8EEE2-E4A2-4643-A015-AE6E26F9A128}" type="presOf" srcId="{B88FB3E5-C7A1-4622-BC63-7289A73109C2}" destId="{3642BF3F-E1EF-48CB-A30D-7D50E58F37E9}" srcOrd="0" destOrd="0" presId="urn:microsoft.com/office/officeart/2018/2/layout/IconVerticalSolidList"/>
    <dgm:cxn modelId="{7742A1F6-F535-42EF-9703-E4BD6B1057A9}" type="presOf" srcId="{A0D4C42C-14C5-4825-B168-DE39B6B1E75F}" destId="{63DF914E-6981-42FB-9CD3-CD16698A9CFA}" srcOrd="0" destOrd="0" presId="urn:microsoft.com/office/officeart/2018/2/layout/IconVerticalSolidList"/>
    <dgm:cxn modelId="{C0E6BBF8-E013-46BE-8328-974AFC2F978A}" type="presParOf" srcId="{4C4DAFCB-0FA8-4AED-995D-4D249B1D1A20}" destId="{3CE26474-A871-4369-9C9C-D7DDAE448448}" srcOrd="0" destOrd="0" presId="urn:microsoft.com/office/officeart/2018/2/layout/IconVerticalSolidList"/>
    <dgm:cxn modelId="{55E206AE-E730-4759-B6EA-7543D02FA1F8}" type="presParOf" srcId="{3CE26474-A871-4369-9C9C-D7DDAE448448}" destId="{E54BF24D-ACE5-448F-A42F-923A0D4A85EA}" srcOrd="0" destOrd="0" presId="urn:microsoft.com/office/officeart/2018/2/layout/IconVerticalSolidList"/>
    <dgm:cxn modelId="{DD490B9D-8635-4E91-BDE1-98F28FFF4EA9}" type="presParOf" srcId="{3CE26474-A871-4369-9C9C-D7DDAE448448}" destId="{398688BC-573F-4DF6-8FE5-039DE12EF100}" srcOrd="1" destOrd="0" presId="urn:microsoft.com/office/officeart/2018/2/layout/IconVerticalSolidList"/>
    <dgm:cxn modelId="{A9123223-7A0C-48E7-A16C-22A40F5F38CD}" type="presParOf" srcId="{3CE26474-A871-4369-9C9C-D7DDAE448448}" destId="{5B33FE18-443F-4F37-9BFB-19C1B036AA57}" srcOrd="2" destOrd="0" presId="urn:microsoft.com/office/officeart/2018/2/layout/IconVerticalSolidList"/>
    <dgm:cxn modelId="{17AF8BD1-17D3-4F46-B8B2-EDAD0745A2D4}" type="presParOf" srcId="{3CE26474-A871-4369-9C9C-D7DDAE448448}" destId="{63DF914E-6981-42FB-9CD3-CD16698A9CFA}" srcOrd="3" destOrd="0" presId="urn:microsoft.com/office/officeart/2018/2/layout/IconVerticalSolidList"/>
    <dgm:cxn modelId="{AC6127A2-1B57-49E1-8A26-5E968C711895}" type="presParOf" srcId="{4C4DAFCB-0FA8-4AED-995D-4D249B1D1A20}" destId="{4A0F6409-5A01-4B42-BC67-424492E32AD0}" srcOrd="1" destOrd="0" presId="urn:microsoft.com/office/officeart/2018/2/layout/IconVerticalSolidList"/>
    <dgm:cxn modelId="{00C38651-11E8-4F4F-98DF-7812E23F323C}" type="presParOf" srcId="{4C4DAFCB-0FA8-4AED-995D-4D249B1D1A20}" destId="{21C67718-CA62-4F43-AEF5-13CDE73AB766}" srcOrd="2" destOrd="0" presId="urn:microsoft.com/office/officeart/2018/2/layout/IconVerticalSolidList"/>
    <dgm:cxn modelId="{2477BD34-2821-4AC5-9304-6E3E77D66C2E}" type="presParOf" srcId="{21C67718-CA62-4F43-AEF5-13CDE73AB766}" destId="{504938FA-726C-447A-8A5B-5B2D74D09E68}" srcOrd="0" destOrd="0" presId="urn:microsoft.com/office/officeart/2018/2/layout/IconVerticalSolidList"/>
    <dgm:cxn modelId="{14EA9E86-BE42-42AC-B2FF-6B99913EADBF}" type="presParOf" srcId="{21C67718-CA62-4F43-AEF5-13CDE73AB766}" destId="{40159B86-3090-4519-823C-0908E8C8D582}" srcOrd="1" destOrd="0" presId="urn:microsoft.com/office/officeart/2018/2/layout/IconVerticalSolidList"/>
    <dgm:cxn modelId="{0E70B788-D859-4B26-B3AC-5D1B0030E0A8}" type="presParOf" srcId="{21C67718-CA62-4F43-AEF5-13CDE73AB766}" destId="{305442C4-02A7-4126-80CD-FDA175111C3A}" srcOrd="2" destOrd="0" presId="urn:microsoft.com/office/officeart/2018/2/layout/IconVerticalSolidList"/>
    <dgm:cxn modelId="{911407F0-C65D-42D5-A448-411DC3D0E226}" type="presParOf" srcId="{21C67718-CA62-4F43-AEF5-13CDE73AB766}" destId="{D75C478D-5C31-4B69-B2C2-4741FBD17D00}" srcOrd="3" destOrd="0" presId="urn:microsoft.com/office/officeart/2018/2/layout/IconVerticalSolidList"/>
    <dgm:cxn modelId="{6E081ADB-A3A7-4114-9347-7168434B1C3D}" type="presParOf" srcId="{4C4DAFCB-0FA8-4AED-995D-4D249B1D1A20}" destId="{CC85C804-B983-409A-838C-4AAF2C8A5398}" srcOrd="3" destOrd="0" presId="urn:microsoft.com/office/officeart/2018/2/layout/IconVerticalSolidList"/>
    <dgm:cxn modelId="{3722BF43-B1CC-4DD8-B806-DF70BA3CD304}" type="presParOf" srcId="{4C4DAFCB-0FA8-4AED-995D-4D249B1D1A20}" destId="{92E48312-4E74-4597-9BF7-65F6BA6897EB}" srcOrd="4" destOrd="0" presId="urn:microsoft.com/office/officeart/2018/2/layout/IconVerticalSolidList"/>
    <dgm:cxn modelId="{57F5422E-29CD-4610-B65F-387664A3E33E}" type="presParOf" srcId="{92E48312-4E74-4597-9BF7-65F6BA6897EB}" destId="{20BE9FE8-EE86-49F8-8864-EB743D83D92C}" srcOrd="0" destOrd="0" presId="urn:microsoft.com/office/officeart/2018/2/layout/IconVerticalSolidList"/>
    <dgm:cxn modelId="{F4CE433C-3ACF-4C84-889B-344272A936DE}" type="presParOf" srcId="{92E48312-4E74-4597-9BF7-65F6BA6897EB}" destId="{80816BE3-1CB3-4582-95A4-2E0F29BEB486}" srcOrd="1" destOrd="0" presId="urn:microsoft.com/office/officeart/2018/2/layout/IconVerticalSolidList"/>
    <dgm:cxn modelId="{5D867BA9-2E29-4B9B-9540-7C1BC984BAF4}" type="presParOf" srcId="{92E48312-4E74-4597-9BF7-65F6BA6897EB}" destId="{1A1F8D71-DCFF-47A4-BD16-0F9DCAEA0447}" srcOrd="2" destOrd="0" presId="urn:microsoft.com/office/officeart/2018/2/layout/IconVerticalSolidList"/>
    <dgm:cxn modelId="{0725EC14-22A3-4302-BB35-1AC78E43652E}" type="presParOf" srcId="{92E48312-4E74-4597-9BF7-65F6BA6897EB}" destId="{D83E2F2F-7367-4113-9E23-9096BF340023}" srcOrd="3" destOrd="0" presId="urn:microsoft.com/office/officeart/2018/2/layout/IconVerticalSolidList"/>
    <dgm:cxn modelId="{86B0F7F1-B9CD-4328-B589-A3708FF81A23}" type="presParOf" srcId="{4C4DAFCB-0FA8-4AED-995D-4D249B1D1A20}" destId="{1B106F09-5FA2-4C0F-B762-AB76FC15A999}" srcOrd="5" destOrd="0" presId="urn:microsoft.com/office/officeart/2018/2/layout/IconVerticalSolidList"/>
    <dgm:cxn modelId="{2C2BE6DE-DEE8-4EAD-A879-B5303CAEE1E5}" type="presParOf" srcId="{4C4DAFCB-0FA8-4AED-995D-4D249B1D1A20}" destId="{6A447D08-CE7F-4013-8FCF-A3578A445C07}" srcOrd="6" destOrd="0" presId="urn:microsoft.com/office/officeart/2018/2/layout/IconVerticalSolidList"/>
    <dgm:cxn modelId="{679C0896-1928-4ADC-82AD-EE8489B7FCD7}" type="presParOf" srcId="{6A447D08-CE7F-4013-8FCF-A3578A445C07}" destId="{85F07DFA-EDE8-4FBB-81E4-19BD1A4FB223}" srcOrd="0" destOrd="0" presId="urn:microsoft.com/office/officeart/2018/2/layout/IconVerticalSolidList"/>
    <dgm:cxn modelId="{01DB80BE-63D0-494F-B397-C27EAEC7E496}" type="presParOf" srcId="{6A447D08-CE7F-4013-8FCF-A3578A445C07}" destId="{0EBE899D-5BB2-4D06-8182-2DE52139F4AF}" srcOrd="1" destOrd="0" presId="urn:microsoft.com/office/officeart/2018/2/layout/IconVerticalSolidList"/>
    <dgm:cxn modelId="{7EC57F8B-D6E2-4022-8FEE-C23CD942AA46}" type="presParOf" srcId="{6A447D08-CE7F-4013-8FCF-A3578A445C07}" destId="{C9180125-3D8F-4C45-ABD7-2C785262F7A7}" srcOrd="2" destOrd="0" presId="urn:microsoft.com/office/officeart/2018/2/layout/IconVerticalSolidList"/>
    <dgm:cxn modelId="{585B3D6A-7437-4DF5-BB70-950CC0388868}" type="presParOf" srcId="{6A447D08-CE7F-4013-8FCF-A3578A445C07}" destId="{3642BF3F-E1EF-48CB-A30D-7D50E58F37E9}"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40C323F1-4B1F-4F6C-B8CC-FF9EFE2C38D7}"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697B8AF6-3E69-491D-8799-0F6B1D012866}">
      <dgm:prSet/>
      <dgm:spPr/>
      <dgm:t>
        <a:bodyPr/>
        <a:lstStyle/>
        <a:p>
          <a:r>
            <a:rPr lang="en-US"/>
            <a:t>Sequence diagrams are part of the UML and are used to model the interactions between the actors and the objects within a system.</a:t>
          </a:r>
        </a:p>
      </dgm:t>
    </dgm:pt>
    <dgm:pt modelId="{A4B18C60-5DA3-4DDF-A958-4E6AFCF33853}" type="parTrans" cxnId="{8419ACBE-8260-4EF6-BC28-C2503FD361FA}">
      <dgm:prSet/>
      <dgm:spPr/>
      <dgm:t>
        <a:bodyPr/>
        <a:lstStyle/>
        <a:p>
          <a:endParaRPr lang="en-US"/>
        </a:p>
      </dgm:t>
    </dgm:pt>
    <dgm:pt modelId="{DB0000F6-A2E8-4893-B5C1-1BB757FCDC9E}" type="sibTrans" cxnId="{8419ACBE-8260-4EF6-BC28-C2503FD361FA}">
      <dgm:prSet/>
      <dgm:spPr/>
      <dgm:t>
        <a:bodyPr/>
        <a:lstStyle/>
        <a:p>
          <a:endParaRPr lang="en-US"/>
        </a:p>
      </dgm:t>
    </dgm:pt>
    <dgm:pt modelId="{081ED769-6845-46F2-8B8B-50B554B63FBB}">
      <dgm:prSet/>
      <dgm:spPr/>
      <dgm:t>
        <a:bodyPr/>
        <a:lstStyle/>
        <a:p>
          <a:r>
            <a:rPr lang="en-US"/>
            <a:t>A sequence diagram shows the sequence of interactions that take place during a particular use case or use case instance.</a:t>
          </a:r>
        </a:p>
      </dgm:t>
    </dgm:pt>
    <dgm:pt modelId="{9A5B972B-54F3-403D-850D-B302107E7ECF}" type="parTrans" cxnId="{6B359461-D678-4C48-A90C-3D829349E75D}">
      <dgm:prSet/>
      <dgm:spPr/>
      <dgm:t>
        <a:bodyPr/>
        <a:lstStyle/>
        <a:p>
          <a:endParaRPr lang="en-US"/>
        </a:p>
      </dgm:t>
    </dgm:pt>
    <dgm:pt modelId="{39517540-8657-47AF-A794-7CB24DBBE4F8}" type="sibTrans" cxnId="{6B359461-D678-4C48-A90C-3D829349E75D}">
      <dgm:prSet/>
      <dgm:spPr/>
      <dgm:t>
        <a:bodyPr/>
        <a:lstStyle/>
        <a:p>
          <a:endParaRPr lang="en-US"/>
        </a:p>
      </dgm:t>
    </dgm:pt>
    <dgm:pt modelId="{6D2DFFED-75BF-4C04-943D-CEE669F19FEA}">
      <dgm:prSet/>
      <dgm:spPr/>
      <dgm:t>
        <a:bodyPr/>
        <a:lstStyle/>
        <a:p>
          <a:r>
            <a:rPr lang="en-US"/>
            <a:t>The objects and actors involved are listed along the top of the diagram, with a dotted line drawn vertically from these. </a:t>
          </a:r>
        </a:p>
      </dgm:t>
    </dgm:pt>
    <dgm:pt modelId="{BCC2B543-BD94-4932-82BA-575526A88800}" type="parTrans" cxnId="{A351589D-CB24-4C48-898B-012A4A1C69C9}">
      <dgm:prSet/>
      <dgm:spPr/>
      <dgm:t>
        <a:bodyPr/>
        <a:lstStyle/>
        <a:p>
          <a:endParaRPr lang="en-US"/>
        </a:p>
      </dgm:t>
    </dgm:pt>
    <dgm:pt modelId="{DEE846D0-D441-4CE2-AD25-0A0F576204A2}" type="sibTrans" cxnId="{A351589D-CB24-4C48-898B-012A4A1C69C9}">
      <dgm:prSet/>
      <dgm:spPr/>
      <dgm:t>
        <a:bodyPr/>
        <a:lstStyle/>
        <a:p>
          <a:endParaRPr lang="en-US"/>
        </a:p>
      </dgm:t>
    </dgm:pt>
    <dgm:pt modelId="{4F663A95-A536-43ED-BEEF-0DCD2718ADB3}">
      <dgm:prSet/>
      <dgm:spPr/>
      <dgm:t>
        <a:bodyPr/>
        <a:lstStyle/>
        <a:p>
          <a:r>
            <a:rPr lang="en-US"/>
            <a:t>Interactions between objects are indicated by annotated arrows.  </a:t>
          </a:r>
        </a:p>
      </dgm:t>
    </dgm:pt>
    <dgm:pt modelId="{2E7A1BD5-87A3-4886-98B3-C752303F86B7}" type="parTrans" cxnId="{F57E8B8B-FA47-4FD6-A83D-AF7811E09665}">
      <dgm:prSet/>
      <dgm:spPr/>
      <dgm:t>
        <a:bodyPr/>
        <a:lstStyle/>
        <a:p>
          <a:endParaRPr lang="en-US"/>
        </a:p>
      </dgm:t>
    </dgm:pt>
    <dgm:pt modelId="{1D231079-E750-4D3F-BA8A-F24488F0AE05}" type="sibTrans" cxnId="{F57E8B8B-FA47-4FD6-A83D-AF7811E09665}">
      <dgm:prSet/>
      <dgm:spPr/>
      <dgm:t>
        <a:bodyPr/>
        <a:lstStyle/>
        <a:p>
          <a:endParaRPr lang="en-US"/>
        </a:p>
      </dgm:t>
    </dgm:pt>
    <dgm:pt modelId="{8A37663F-5C62-402F-9152-14B782305098}" type="pres">
      <dgm:prSet presAssocID="{40C323F1-4B1F-4F6C-B8CC-FF9EFE2C38D7}" presName="root" presStyleCnt="0">
        <dgm:presLayoutVars>
          <dgm:dir/>
          <dgm:resizeHandles val="exact"/>
        </dgm:presLayoutVars>
      </dgm:prSet>
      <dgm:spPr/>
    </dgm:pt>
    <dgm:pt modelId="{7566962D-1A11-4A22-B1FD-C97CF45327D8}" type="pres">
      <dgm:prSet presAssocID="{697B8AF6-3E69-491D-8799-0F6B1D012866}" presName="compNode" presStyleCnt="0"/>
      <dgm:spPr/>
    </dgm:pt>
    <dgm:pt modelId="{B9876A27-6A42-40CD-B236-C1B27DFFE4BB}" type="pres">
      <dgm:prSet presAssocID="{697B8AF6-3E69-491D-8799-0F6B1D012866}" presName="bgRect" presStyleLbl="bgShp" presStyleIdx="0" presStyleCnt="4"/>
      <dgm:spPr/>
    </dgm:pt>
    <dgm:pt modelId="{4F4152E5-C13D-480B-AAC5-E0661A088C5B}" type="pres">
      <dgm:prSet presAssocID="{697B8AF6-3E69-491D-8799-0F6B1D012866}"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Network Diagram"/>
        </a:ext>
      </dgm:extLst>
    </dgm:pt>
    <dgm:pt modelId="{2E4474BA-93CA-4018-B413-DE2E90DCED8A}" type="pres">
      <dgm:prSet presAssocID="{697B8AF6-3E69-491D-8799-0F6B1D012866}" presName="spaceRect" presStyleCnt="0"/>
      <dgm:spPr/>
    </dgm:pt>
    <dgm:pt modelId="{2CB00904-8FA6-4CB2-9681-C1295ED9F5F2}" type="pres">
      <dgm:prSet presAssocID="{697B8AF6-3E69-491D-8799-0F6B1D012866}" presName="parTx" presStyleLbl="revTx" presStyleIdx="0" presStyleCnt="4">
        <dgm:presLayoutVars>
          <dgm:chMax val="0"/>
          <dgm:chPref val="0"/>
        </dgm:presLayoutVars>
      </dgm:prSet>
      <dgm:spPr/>
    </dgm:pt>
    <dgm:pt modelId="{3FA4BFB0-2322-4CF2-A51E-57B32673005F}" type="pres">
      <dgm:prSet presAssocID="{DB0000F6-A2E8-4893-B5C1-1BB757FCDC9E}" presName="sibTrans" presStyleCnt="0"/>
      <dgm:spPr/>
    </dgm:pt>
    <dgm:pt modelId="{B7018927-D1AD-4EEF-BA3B-2865BE217D9B}" type="pres">
      <dgm:prSet presAssocID="{081ED769-6845-46F2-8B8B-50B554B63FBB}" presName="compNode" presStyleCnt="0"/>
      <dgm:spPr/>
    </dgm:pt>
    <dgm:pt modelId="{7B2D39AB-1B8D-4AD7-BA39-29607240726B}" type="pres">
      <dgm:prSet presAssocID="{081ED769-6845-46F2-8B8B-50B554B63FBB}" presName="bgRect" presStyleLbl="bgShp" presStyleIdx="1" presStyleCnt="4"/>
      <dgm:spPr/>
    </dgm:pt>
    <dgm:pt modelId="{112BF723-8CF3-4B9B-9D7D-8553DDB4733A}" type="pres">
      <dgm:prSet presAssocID="{081ED769-6845-46F2-8B8B-50B554B63FBB}"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isconnected"/>
        </a:ext>
      </dgm:extLst>
    </dgm:pt>
    <dgm:pt modelId="{18A014B6-63BA-4E7B-B1A2-ADA42DA1B653}" type="pres">
      <dgm:prSet presAssocID="{081ED769-6845-46F2-8B8B-50B554B63FBB}" presName="spaceRect" presStyleCnt="0"/>
      <dgm:spPr/>
    </dgm:pt>
    <dgm:pt modelId="{64B80238-8925-4252-888F-9E23EA2837A7}" type="pres">
      <dgm:prSet presAssocID="{081ED769-6845-46F2-8B8B-50B554B63FBB}" presName="parTx" presStyleLbl="revTx" presStyleIdx="1" presStyleCnt="4">
        <dgm:presLayoutVars>
          <dgm:chMax val="0"/>
          <dgm:chPref val="0"/>
        </dgm:presLayoutVars>
      </dgm:prSet>
      <dgm:spPr/>
    </dgm:pt>
    <dgm:pt modelId="{B7E25A5F-EE4E-4700-AAF8-0066434E4EBD}" type="pres">
      <dgm:prSet presAssocID="{39517540-8657-47AF-A794-7CB24DBBE4F8}" presName="sibTrans" presStyleCnt="0"/>
      <dgm:spPr/>
    </dgm:pt>
    <dgm:pt modelId="{F75FBC9B-21BB-4C43-A85B-CA9377E1DCAF}" type="pres">
      <dgm:prSet presAssocID="{6D2DFFED-75BF-4C04-943D-CEE669F19FEA}" presName="compNode" presStyleCnt="0"/>
      <dgm:spPr/>
    </dgm:pt>
    <dgm:pt modelId="{3EA5637A-A93C-4120-AC5F-76F226D00A90}" type="pres">
      <dgm:prSet presAssocID="{6D2DFFED-75BF-4C04-943D-CEE669F19FEA}" presName="bgRect" presStyleLbl="bgShp" presStyleIdx="2" presStyleCnt="4"/>
      <dgm:spPr/>
    </dgm:pt>
    <dgm:pt modelId="{C2F05779-9D47-4754-B53A-9D5B2A1BCB2D}" type="pres">
      <dgm:prSet presAssocID="{6D2DFFED-75BF-4C04-943D-CEE669F19FEA}"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rama"/>
        </a:ext>
      </dgm:extLst>
    </dgm:pt>
    <dgm:pt modelId="{E1A6353D-2027-4DFE-86E5-FBE406C34080}" type="pres">
      <dgm:prSet presAssocID="{6D2DFFED-75BF-4C04-943D-CEE669F19FEA}" presName="spaceRect" presStyleCnt="0"/>
      <dgm:spPr/>
    </dgm:pt>
    <dgm:pt modelId="{BE2AA27F-8E57-4683-8281-9F18EE424C6D}" type="pres">
      <dgm:prSet presAssocID="{6D2DFFED-75BF-4C04-943D-CEE669F19FEA}" presName="parTx" presStyleLbl="revTx" presStyleIdx="2" presStyleCnt="4">
        <dgm:presLayoutVars>
          <dgm:chMax val="0"/>
          <dgm:chPref val="0"/>
        </dgm:presLayoutVars>
      </dgm:prSet>
      <dgm:spPr/>
    </dgm:pt>
    <dgm:pt modelId="{F305AE1F-90FF-4FBC-A8AA-1237D637A8E3}" type="pres">
      <dgm:prSet presAssocID="{DEE846D0-D441-4CE2-AD25-0A0F576204A2}" presName="sibTrans" presStyleCnt="0"/>
      <dgm:spPr/>
    </dgm:pt>
    <dgm:pt modelId="{2790B9BE-E052-458A-B82D-832B348E5BB0}" type="pres">
      <dgm:prSet presAssocID="{4F663A95-A536-43ED-BEEF-0DCD2718ADB3}" presName="compNode" presStyleCnt="0"/>
      <dgm:spPr/>
    </dgm:pt>
    <dgm:pt modelId="{68AFAA40-ED43-4169-AC52-AD26B611D985}" type="pres">
      <dgm:prSet presAssocID="{4F663A95-A536-43ED-BEEF-0DCD2718ADB3}" presName="bgRect" presStyleLbl="bgShp" presStyleIdx="3" presStyleCnt="4"/>
      <dgm:spPr/>
    </dgm:pt>
    <dgm:pt modelId="{C0454083-B845-4ED1-B11F-D3E6E8E08990}" type="pres">
      <dgm:prSet presAssocID="{4F663A95-A536-43ED-BEEF-0DCD2718ADB3}"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Transfer"/>
        </a:ext>
      </dgm:extLst>
    </dgm:pt>
    <dgm:pt modelId="{9A06EBB7-13D4-44A1-8AA8-8E132D570809}" type="pres">
      <dgm:prSet presAssocID="{4F663A95-A536-43ED-BEEF-0DCD2718ADB3}" presName="spaceRect" presStyleCnt="0"/>
      <dgm:spPr/>
    </dgm:pt>
    <dgm:pt modelId="{03B5BA2F-2AC3-48A4-854A-C62F1880A513}" type="pres">
      <dgm:prSet presAssocID="{4F663A95-A536-43ED-BEEF-0DCD2718ADB3}" presName="parTx" presStyleLbl="revTx" presStyleIdx="3" presStyleCnt="4">
        <dgm:presLayoutVars>
          <dgm:chMax val="0"/>
          <dgm:chPref val="0"/>
        </dgm:presLayoutVars>
      </dgm:prSet>
      <dgm:spPr/>
    </dgm:pt>
  </dgm:ptLst>
  <dgm:cxnLst>
    <dgm:cxn modelId="{D570D113-96A9-4DD3-A964-7C4BB42074C5}" type="presOf" srcId="{697B8AF6-3E69-491D-8799-0F6B1D012866}" destId="{2CB00904-8FA6-4CB2-9681-C1295ED9F5F2}" srcOrd="0" destOrd="0" presId="urn:microsoft.com/office/officeart/2018/2/layout/IconVerticalSolidList"/>
    <dgm:cxn modelId="{687F7C5D-0450-41F2-AECD-7899DE755C33}" type="presOf" srcId="{081ED769-6845-46F2-8B8B-50B554B63FBB}" destId="{64B80238-8925-4252-888F-9E23EA2837A7}" srcOrd="0" destOrd="0" presId="urn:microsoft.com/office/officeart/2018/2/layout/IconVerticalSolidList"/>
    <dgm:cxn modelId="{6B359461-D678-4C48-A90C-3D829349E75D}" srcId="{40C323F1-4B1F-4F6C-B8CC-FF9EFE2C38D7}" destId="{081ED769-6845-46F2-8B8B-50B554B63FBB}" srcOrd="1" destOrd="0" parTransId="{9A5B972B-54F3-403D-850D-B302107E7ECF}" sibTransId="{39517540-8657-47AF-A794-7CB24DBBE4F8}"/>
    <dgm:cxn modelId="{824E0888-7B96-46F0-B830-1C4A0D57DE34}" type="presOf" srcId="{6D2DFFED-75BF-4C04-943D-CEE669F19FEA}" destId="{BE2AA27F-8E57-4683-8281-9F18EE424C6D}" srcOrd="0" destOrd="0" presId="urn:microsoft.com/office/officeart/2018/2/layout/IconVerticalSolidList"/>
    <dgm:cxn modelId="{F57E8B8B-FA47-4FD6-A83D-AF7811E09665}" srcId="{40C323F1-4B1F-4F6C-B8CC-FF9EFE2C38D7}" destId="{4F663A95-A536-43ED-BEEF-0DCD2718ADB3}" srcOrd="3" destOrd="0" parTransId="{2E7A1BD5-87A3-4886-98B3-C752303F86B7}" sibTransId="{1D231079-E750-4D3F-BA8A-F24488F0AE05}"/>
    <dgm:cxn modelId="{F4F3D58F-350C-4C3C-AD96-9C8AD2FB0E38}" type="presOf" srcId="{40C323F1-4B1F-4F6C-B8CC-FF9EFE2C38D7}" destId="{8A37663F-5C62-402F-9152-14B782305098}" srcOrd="0" destOrd="0" presId="urn:microsoft.com/office/officeart/2018/2/layout/IconVerticalSolidList"/>
    <dgm:cxn modelId="{A351589D-CB24-4C48-898B-012A4A1C69C9}" srcId="{40C323F1-4B1F-4F6C-B8CC-FF9EFE2C38D7}" destId="{6D2DFFED-75BF-4C04-943D-CEE669F19FEA}" srcOrd="2" destOrd="0" parTransId="{BCC2B543-BD94-4932-82BA-575526A88800}" sibTransId="{DEE846D0-D441-4CE2-AD25-0A0F576204A2}"/>
    <dgm:cxn modelId="{7EB8C4AF-C76F-442C-B3E2-6764F2D1E672}" type="presOf" srcId="{4F663A95-A536-43ED-BEEF-0DCD2718ADB3}" destId="{03B5BA2F-2AC3-48A4-854A-C62F1880A513}" srcOrd="0" destOrd="0" presId="urn:microsoft.com/office/officeart/2018/2/layout/IconVerticalSolidList"/>
    <dgm:cxn modelId="{8419ACBE-8260-4EF6-BC28-C2503FD361FA}" srcId="{40C323F1-4B1F-4F6C-B8CC-FF9EFE2C38D7}" destId="{697B8AF6-3E69-491D-8799-0F6B1D012866}" srcOrd="0" destOrd="0" parTransId="{A4B18C60-5DA3-4DDF-A958-4E6AFCF33853}" sibTransId="{DB0000F6-A2E8-4893-B5C1-1BB757FCDC9E}"/>
    <dgm:cxn modelId="{B59DB9FF-4977-425F-B306-D64BC39B6692}" type="presParOf" srcId="{8A37663F-5C62-402F-9152-14B782305098}" destId="{7566962D-1A11-4A22-B1FD-C97CF45327D8}" srcOrd="0" destOrd="0" presId="urn:microsoft.com/office/officeart/2018/2/layout/IconVerticalSolidList"/>
    <dgm:cxn modelId="{F0D39557-3598-4970-8AA1-6D8193CF15E2}" type="presParOf" srcId="{7566962D-1A11-4A22-B1FD-C97CF45327D8}" destId="{B9876A27-6A42-40CD-B236-C1B27DFFE4BB}" srcOrd="0" destOrd="0" presId="urn:microsoft.com/office/officeart/2018/2/layout/IconVerticalSolidList"/>
    <dgm:cxn modelId="{34F68CAF-C173-4A0E-AFF6-A0CD5B0182BC}" type="presParOf" srcId="{7566962D-1A11-4A22-B1FD-C97CF45327D8}" destId="{4F4152E5-C13D-480B-AAC5-E0661A088C5B}" srcOrd="1" destOrd="0" presId="urn:microsoft.com/office/officeart/2018/2/layout/IconVerticalSolidList"/>
    <dgm:cxn modelId="{FEA7DF81-CA1E-4FC2-815E-0E646700EC9D}" type="presParOf" srcId="{7566962D-1A11-4A22-B1FD-C97CF45327D8}" destId="{2E4474BA-93CA-4018-B413-DE2E90DCED8A}" srcOrd="2" destOrd="0" presId="urn:microsoft.com/office/officeart/2018/2/layout/IconVerticalSolidList"/>
    <dgm:cxn modelId="{AAECE93E-71D3-42E3-A0B5-34A706DD5F5D}" type="presParOf" srcId="{7566962D-1A11-4A22-B1FD-C97CF45327D8}" destId="{2CB00904-8FA6-4CB2-9681-C1295ED9F5F2}" srcOrd="3" destOrd="0" presId="urn:microsoft.com/office/officeart/2018/2/layout/IconVerticalSolidList"/>
    <dgm:cxn modelId="{6C6E9DFE-2410-4546-8096-1ED724DE85F7}" type="presParOf" srcId="{8A37663F-5C62-402F-9152-14B782305098}" destId="{3FA4BFB0-2322-4CF2-A51E-57B32673005F}" srcOrd="1" destOrd="0" presId="urn:microsoft.com/office/officeart/2018/2/layout/IconVerticalSolidList"/>
    <dgm:cxn modelId="{C5BC3FDB-87E6-4315-B77F-415CBA519FC4}" type="presParOf" srcId="{8A37663F-5C62-402F-9152-14B782305098}" destId="{B7018927-D1AD-4EEF-BA3B-2865BE217D9B}" srcOrd="2" destOrd="0" presId="urn:microsoft.com/office/officeart/2018/2/layout/IconVerticalSolidList"/>
    <dgm:cxn modelId="{61A397E7-D8A1-4B94-A8D2-02AB175C0F76}" type="presParOf" srcId="{B7018927-D1AD-4EEF-BA3B-2865BE217D9B}" destId="{7B2D39AB-1B8D-4AD7-BA39-29607240726B}" srcOrd="0" destOrd="0" presId="urn:microsoft.com/office/officeart/2018/2/layout/IconVerticalSolidList"/>
    <dgm:cxn modelId="{1C0F09ED-C10C-4AB8-8435-9ABEDA4EDBDD}" type="presParOf" srcId="{B7018927-D1AD-4EEF-BA3B-2865BE217D9B}" destId="{112BF723-8CF3-4B9B-9D7D-8553DDB4733A}" srcOrd="1" destOrd="0" presId="urn:microsoft.com/office/officeart/2018/2/layout/IconVerticalSolidList"/>
    <dgm:cxn modelId="{0EC2D7B0-54DE-4B97-8665-6BD7AC7F60A0}" type="presParOf" srcId="{B7018927-D1AD-4EEF-BA3B-2865BE217D9B}" destId="{18A014B6-63BA-4E7B-B1A2-ADA42DA1B653}" srcOrd="2" destOrd="0" presId="urn:microsoft.com/office/officeart/2018/2/layout/IconVerticalSolidList"/>
    <dgm:cxn modelId="{3B763391-9443-48C9-BF35-A4F453A1CE9C}" type="presParOf" srcId="{B7018927-D1AD-4EEF-BA3B-2865BE217D9B}" destId="{64B80238-8925-4252-888F-9E23EA2837A7}" srcOrd="3" destOrd="0" presId="urn:microsoft.com/office/officeart/2018/2/layout/IconVerticalSolidList"/>
    <dgm:cxn modelId="{7EBE0A77-0912-4A34-9323-E754C75E5178}" type="presParOf" srcId="{8A37663F-5C62-402F-9152-14B782305098}" destId="{B7E25A5F-EE4E-4700-AAF8-0066434E4EBD}" srcOrd="3" destOrd="0" presId="urn:microsoft.com/office/officeart/2018/2/layout/IconVerticalSolidList"/>
    <dgm:cxn modelId="{223614FB-D706-4104-A804-49F26B11A0C5}" type="presParOf" srcId="{8A37663F-5C62-402F-9152-14B782305098}" destId="{F75FBC9B-21BB-4C43-A85B-CA9377E1DCAF}" srcOrd="4" destOrd="0" presId="urn:microsoft.com/office/officeart/2018/2/layout/IconVerticalSolidList"/>
    <dgm:cxn modelId="{8BD06647-F043-465B-9F44-172A0AA3F2B3}" type="presParOf" srcId="{F75FBC9B-21BB-4C43-A85B-CA9377E1DCAF}" destId="{3EA5637A-A93C-4120-AC5F-76F226D00A90}" srcOrd="0" destOrd="0" presId="urn:microsoft.com/office/officeart/2018/2/layout/IconVerticalSolidList"/>
    <dgm:cxn modelId="{3CA1FD33-7BC3-4C17-9E00-926B0244F824}" type="presParOf" srcId="{F75FBC9B-21BB-4C43-A85B-CA9377E1DCAF}" destId="{C2F05779-9D47-4754-B53A-9D5B2A1BCB2D}" srcOrd="1" destOrd="0" presId="urn:microsoft.com/office/officeart/2018/2/layout/IconVerticalSolidList"/>
    <dgm:cxn modelId="{12010714-3949-4627-BCE6-A6CD8E486181}" type="presParOf" srcId="{F75FBC9B-21BB-4C43-A85B-CA9377E1DCAF}" destId="{E1A6353D-2027-4DFE-86E5-FBE406C34080}" srcOrd="2" destOrd="0" presId="urn:microsoft.com/office/officeart/2018/2/layout/IconVerticalSolidList"/>
    <dgm:cxn modelId="{4B2B702D-A405-4531-BC60-CB929CE91F2F}" type="presParOf" srcId="{F75FBC9B-21BB-4C43-A85B-CA9377E1DCAF}" destId="{BE2AA27F-8E57-4683-8281-9F18EE424C6D}" srcOrd="3" destOrd="0" presId="urn:microsoft.com/office/officeart/2018/2/layout/IconVerticalSolidList"/>
    <dgm:cxn modelId="{1E6E6E56-0358-4EAE-995A-A6D6A02D18C9}" type="presParOf" srcId="{8A37663F-5C62-402F-9152-14B782305098}" destId="{F305AE1F-90FF-4FBC-A8AA-1237D637A8E3}" srcOrd="5" destOrd="0" presId="urn:microsoft.com/office/officeart/2018/2/layout/IconVerticalSolidList"/>
    <dgm:cxn modelId="{816F058D-4AFA-4907-85D2-55E7B19676BC}" type="presParOf" srcId="{8A37663F-5C62-402F-9152-14B782305098}" destId="{2790B9BE-E052-458A-B82D-832B348E5BB0}" srcOrd="6" destOrd="0" presId="urn:microsoft.com/office/officeart/2018/2/layout/IconVerticalSolidList"/>
    <dgm:cxn modelId="{3C06D157-1855-4BF6-A854-BE6A07919955}" type="presParOf" srcId="{2790B9BE-E052-458A-B82D-832B348E5BB0}" destId="{68AFAA40-ED43-4169-AC52-AD26B611D985}" srcOrd="0" destOrd="0" presId="urn:microsoft.com/office/officeart/2018/2/layout/IconVerticalSolidList"/>
    <dgm:cxn modelId="{CB4A0362-E80F-4652-97D2-70DAEA3920C4}" type="presParOf" srcId="{2790B9BE-E052-458A-B82D-832B348E5BB0}" destId="{C0454083-B845-4ED1-B11F-D3E6E8E08990}" srcOrd="1" destOrd="0" presId="urn:microsoft.com/office/officeart/2018/2/layout/IconVerticalSolidList"/>
    <dgm:cxn modelId="{EB74CAAC-0B1B-4C78-A957-7D86CE22E25E}" type="presParOf" srcId="{2790B9BE-E052-458A-B82D-832B348E5BB0}" destId="{9A06EBB7-13D4-44A1-8AA8-8E132D570809}" srcOrd="2" destOrd="0" presId="urn:microsoft.com/office/officeart/2018/2/layout/IconVerticalSolidList"/>
    <dgm:cxn modelId="{6FDE1484-628B-4998-A450-EB2173A62ADF}" type="presParOf" srcId="{2790B9BE-E052-458A-B82D-832B348E5BB0}" destId="{03B5BA2F-2AC3-48A4-854A-C62F1880A513}"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8A87FCB9-1760-4C6F-87D6-3390C824DE31}"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C8AAB746-B85E-4F0A-90A4-C9B9E8D7718B}">
      <dgm:prSet/>
      <dgm:spPr/>
      <dgm:t>
        <a:bodyPr/>
        <a:lstStyle/>
        <a:p>
          <a:r>
            <a:rPr lang="en-US"/>
            <a:t>Class diagrams are used when developing an object-oriented system model to show the classes in a system and the associations between these classes. </a:t>
          </a:r>
        </a:p>
      </dgm:t>
    </dgm:pt>
    <dgm:pt modelId="{832DDF1D-7677-4943-9212-92A3DA0BA333}" type="parTrans" cxnId="{9FD9280F-E070-4F3F-AD1C-AC2171D9410D}">
      <dgm:prSet/>
      <dgm:spPr/>
      <dgm:t>
        <a:bodyPr/>
        <a:lstStyle/>
        <a:p>
          <a:endParaRPr lang="en-US"/>
        </a:p>
      </dgm:t>
    </dgm:pt>
    <dgm:pt modelId="{A7EE2C38-5C0C-4660-9FF5-E952F0225599}" type="sibTrans" cxnId="{9FD9280F-E070-4F3F-AD1C-AC2171D9410D}">
      <dgm:prSet/>
      <dgm:spPr/>
      <dgm:t>
        <a:bodyPr/>
        <a:lstStyle/>
        <a:p>
          <a:endParaRPr lang="en-US"/>
        </a:p>
      </dgm:t>
    </dgm:pt>
    <dgm:pt modelId="{419D2B37-8BD2-44DC-B79F-480D239D5C48}">
      <dgm:prSet/>
      <dgm:spPr/>
      <dgm:t>
        <a:bodyPr/>
        <a:lstStyle/>
        <a:p>
          <a:r>
            <a:rPr lang="en-US"/>
            <a:t>An object class can be thought of as a general definition of one kind of system object. </a:t>
          </a:r>
        </a:p>
      </dgm:t>
    </dgm:pt>
    <dgm:pt modelId="{06182C57-062F-499B-A5AD-ED71B5C03AF7}" type="parTrans" cxnId="{00A75FDB-22F0-41FD-B955-BEEEABFEEFDB}">
      <dgm:prSet/>
      <dgm:spPr/>
      <dgm:t>
        <a:bodyPr/>
        <a:lstStyle/>
        <a:p>
          <a:endParaRPr lang="en-US"/>
        </a:p>
      </dgm:t>
    </dgm:pt>
    <dgm:pt modelId="{6E56A5BD-CC39-42EF-BB3E-1600C682B5DF}" type="sibTrans" cxnId="{00A75FDB-22F0-41FD-B955-BEEEABFEEFDB}">
      <dgm:prSet/>
      <dgm:spPr/>
      <dgm:t>
        <a:bodyPr/>
        <a:lstStyle/>
        <a:p>
          <a:endParaRPr lang="en-US"/>
        </a:p>
      </dgm:t>
    </dgm:pt>
    <dgm:pt modelId="{68BAA688-2F50-43BA-B5CB-6A5D1687F626}">
      <dgm:prSet/>
      <dgm:spPr/>
      <dgm:t>
        <a:bodyPr/>
        <a:lstStyle/>
        <a:p>
          <a:r>
            <a:rPr lang="en-US"/>
            <a:t>An association is a link between classes that indicates that there is some relationship between these classes.</a:t>
          </a:r>
          <a:r>
            <a:rPr lang="en-GB"/>
            <a:t> </a:t>
          </a:r>
          <a:endParaRPr lang="en-US"/>
        </a:p>
      </dgm:t>
    </dgm:pt>
    <dgm:pt modelId="{E3274901-935E-4356-9578-C6141E6DF760}" type="parTrans" cxnId="{39C87680-38B1-47B8-AF36-AC1CA120D6BE}">
      <dgm:prSet/>
      <dgm:spPr/>
      <dgm:t>
        <a:bodyPr/>
        <a:lstStyle/>
        <a:p>
          <a:endParaRPr lang="en-US"/>
        </a:p>
      </dgm:t>
    </dgm:pt>
    <dgm:pt modelId="{E56B447E-1962-4834-BA42-15EB9DA70331}" type="sibTrans" cxnId="{39C87680-38B1-47B8-AF36-AC1CA120D6BE}">
      <dgm:prSet/>
      <dgm:spPr/>
      <dgm:t>
        <a:bodyPr/>
        <a:lstStyle/>
        <a:p>
          <a:endParaRPr lang="en-US"/>
        </a:p>
      </dgm:t>
    </dgm:pt>
    <dgm:pt modelId="{2D575D0B-1103-443D-B7C6-2FAA8CB4F4F6}">
      <dgm:prSet/>
      <dgm:spPr/>
      <dgm:t>
        <a:bodyPr/>
        <a:lstStyle/>
        <a:p>
          <a:r>
            <a:rPr lang="en-US"/>
            <a:t>When you are developing models during the early stages of the software engineering process, objects represent something in the real world, such as a patient, a prescription, doctor, etc. </a:t>
          </a:r>
        </a:p>
      </dgm:t>
    </dgm:pt>
    <dgm:pt modelId="{BC787AAF-D2DC-4D0D-B8DC-4E504B10A642}" type="parTrans" cxnId="{66F20BA6-0FF9-4471-8871-51DE728AF16F}">
      <dgm:prSet/>
      <dgm:spPr/>
      <dgm:t>
        <a:bodyPr/>
        <a:lstStyle/>
        <a:p>
          <a:endParaRPr lang="en-US"/>
        </a:p>
      </dgm:t>
    </dgm:pt>
    <dgm:pt modelId="{1B09567B-3EBB-4134-8125-AEAB0ACBEE02}" type="sibTrans" cxnId="{66F20BA6-0FF9-4471-8871-51DE728AF16F}">
      <dgm:prSet/>
      <dgm:spPr/>
      <dgm:t>
        <a:bodyPr/>
        <a:lstStyle/>
        <a:p>
          <a:endParaRPr lang="en-US"/>
        </a:p>
      </dgm:t>
    </dgm:pt>
    <dgm:pt modelId="{A5AFEE33-BFFC-4A8A-BF31-75C0BFD64115}" type="pres">
      <dgm:prSet presAssocID="{8A87FCB9-1760-4C6F-87D6-3390C824DE31}" presName="root" presStyleCnt="0">
        <dgm:presLayoutVars>
          <dgm:dir/>
          <dgm:resizeHandles val="exact"/>
        </dgm:presLayoutVars>
      </dgm:prSet>
      <dgm:spPr/>
    </dgm:pt>
    <dgm:pt modelId="{DD384C76-5DEF-455B-BA02-D348AA43FAF5}" type="pres">
      <dgm:prSet presAssocID="{C8AAB746-B85E-4F0A-90A4-C9B9E8D7718B}" presName="compNode" presStyleCnt="0"/>
      <dgm:spPr/>
    </dgm:pt>
    <dgm:pt modelId="{1C93B314-881B-4A5D-8669-9D555A8543DC}" type="pres">
      <dgm:prSet presAssocID="{C8AAB746-B85E-4F0A-90A4-C9B9E8D7718B}" presName="bgRect" presStyleLbl="bgShp" presStyleIdx="0" presStyleCnt="4"/>
      <dgm:spPr/>
    </dgm:pt>
    <dgm:pt modelId="{1069153E-C0E1-4E19-BF70-460B2C05FA1E}" type="pres">
      <dgm:prSet presAssocID="{C8AAB746-B85E-4F0A-90A4-C9B9E8D7718B}"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Flowchart"/>
        </a:ext>
      </dgm:extLst>
    </dgm:pt>
    <dgm:pt modelId="{EB3A8FDB-856C-4841-9B16-C44B3E1A42A5}" type="pres">
      <dgm:prSet presAssocID="{C8AAB746-B85E-4F0A-90A4-C9B9E8D7718B}" presName="spaceRect" presStyleCnt="0"/>
      <dgm:spPr/>
    </dgm:pt>
    <dgm:pt modelId="{FF23F660-E945-4CCA-A5B2-581F7855D185}" type="pres">
      <dgm:prSet presAssocID="{C8AAB746-B85E-4F0A-90A4-C9B9E8D7718B}" presName="parTx" presStyleLbl="revTx" presStyleIdx="0" presStyleCnt="4">
        <dgm:presLayoutVars>
          <dgm:chMax val="0"/>
          <dgm:chPref val="0"/>
        </dgm:presLayoutVars>
      </dgm:prSet>
      <dgm:spPr/>
    </dgm:pt>
    <dgm:pt modelId="{AB55DB05-0B11-4A1D-B181-E641791648EF}" type="pres">
      <dgm:prSet presAssocID="{A7EE2C38-5C0C-4660-9FF5-E952F0225599}" presName="sibTrans" presStyleCnt="0"/>
      <dgm:spPr/>
    </dgm:pt>
    <dgm:pt modelId="{2861EAA7-4B66-41BE-A693-807A6690A3AE}" type="pres">
      <dgm:prSet presAssocID="{419D2B37-8BD2-44DC-B79F-480D239D5C48}" presName="compNode" presStyleCnt="0"/>
      <dgm:spPr/>
    </dgm:pt>
    <dgm:pt modelId="{9B0FABDE-5851-4DE0-A208-75D48953EE28}" type="pres">
      <dgm:prSet presAssocID="{419D2B37-8BD2-44DC-B79F-480D239D5C48}" presName="bgRect" presStyleLbl="bgShp" presStyleIdx="1" presStyleCnt="4"/>
      <dgm:spPr/>
    </dgm:pt>
    <dgm:pt modelId="{9B8C636E-736F-47A8-8A5F-16141BD61F38}" type="pres">
      <dgm:prSet presAssocID="{419D2B37-8BD2-44DC-B79F-480D239D5C48}"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encil"/>
        </a:ext>
      </dgm:extLst>
    </dgm:pt>
    <dgm:pt modelId="{1AD6C5BB-60CF-44C4-B1D5-37E21024FB2D}" type="pres">
      <dgm:prSet presAssocID="{419D2B37-8BD2-44DC-B79F-480D239D5C48}" presName="spaceRect" presStyleCnt="0"/>
      <dgm:spPr/>
    </dgm:pt>
    <dgm:pt modelId="{A29CC165-771B-4C57-850E-C8F9F47D78E7}" type="pres">
      <dgm:prSet presAssocID="{419D2B37-8BD2-44DC-B79F-480D239D5C48}" presName="parTx" presStyleLbl="revTx" presStyleIdx="1" presStyleCnt="4">
        <dgm:presLayoutVars>
          <dgm:chMax val="0"/>
          <dgm:chPref val="0"/>
        </dgm:presLayoutVars>
      </dgm:prSet>
      <dgm:spPr/>
    </dgm:pt>
    <dgm:pt modelId="{29D419AE-2EC2-45ED-A50B-6BD28DCA6586}" type="pres">
      <dgm:prSet presAssocID="{6E56A5BD-CC39-42EF-BB3E-1600C682B5DF}" presName="sibTrans" presStyleCnt="0"/>
      <dgm:spPr/>
    </dgm:pt>
    <dgm:pt modelId="{A65A3DD5-CCD5-4FBB-9CE2-024F035C487A}" type="pres">
      <dgm:prSet presAssocID="{68BAA688-2F50-43BA-B5CB-6A5D1687F626}" presName="compNode" presStyleCnt="0"/>
      <dgm:spPr/>
    </dgm:pt>
    <dgm:pt modelId="{5D758768-655C-4406-BA34-41E7B50BE5D7}" type="pres">
      <dgm:prSet presAssocID="{68BAA688-2F50-43BA-B5CB-6A5D1687F626}" presName="bgRect" presStyleLbl="bgShp" presStyleIdx="2" presStyleCnt="4"/>
      <dgm:spPr/>
    </dgm:pt>
    <dgm:pt modelId="{063920E1-AE73-4A6D-A3AE-69C747827785}" type="pres">
      <dgm:prSet presAssocID="{68BAA688-2F50-43BA-B5CB-6A5D1687F626}"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User Network"/>
        </a:ext>
      </dgm:extLst>
    </dgm:pt>
    <dgm:pt modelId="{1815FADC-0A59-474D-8622-C56C8372F3A6}" type="pres">
      <dgm:prSet presAssocID="{68BAA688-2F50-43BA-B5CB-6A5D1687F626}" presName="spaceRect" presStyleCnt="0"/>
      <dgm:spPr/>
    </dgm:pt>
    <dgm:pt modelId="{F1FC176A-2C60-4EE3-A81A-71947659364C}" type="pres">
      <dgm:prSet presAssocID="{68BAA688-2F50-43BA-B5CB-6A5D1687F626}" presName="parTx" presStyleLbl="revTx" presStyleIdx="2" presStyleCnt="4">
        <dgm:presLayoutVars>
          <dgm:chMax val="0"/>
          <dgm:chPref val="0"/>
        </dgm:presLayoutVars>
      </dgm:prSet>
      <dgm:spPr/>
    </dgm:pt>
    <dgm:pt modelId="{5F6843DC-C795-4B99-84CB-4CE791251998}" type="pres">
      <dgm:prSet presAssocID="{E56B447E-1962-4834-BA42-15EB9DA70331}" presName="sibTrans" presStyleCnt="0"/>
      <dgm:spPr/>
    </dgm:pt>
    <dgm:pt modelId="{EF4BD3DF-A0B7-4038-956B-498E12776E7B}" type="pres">
      <dgm:prSet presAssocID="{2D575D0B-1103-443D-B7C6-2FAA8CB4F4F6}" presName="compNode" presStyleCnt="0"/>
      <dgm:spPr/>
    </dgm:pt>
    <dgm:pt modelId="{A32E47E1-5439-4791-B028-B5F6108FE50C}" type="pres">
      <dgm:prSet presAssocID="{2D575D0B-1103-443D-B7C6-2FAA8CB4F4F6}" presName="bgRect" presStyleLbl="bgShp" presStyleIdx="3" presStyleCnt="4"/>
      <dgm:spPr/>
    </dgm:pt>
    <dgm:pt modelId="{06072420-E7FF-4499-8BA7-49465CF2BF56}" type="pres">
      <dgm:prSet presAssocID="{2D575D0B-1103-443D-B7C6-2FAA8CB4F4F6}"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Processor"/>
        </a:ext>
      </dgm:extLst>
    </dgm:pt>
    <dgm:pt modelId="{8F3685B8-8F8A-40F4-9CAE-1CC1A5FCA9E7}" type="pres">
      <dgm:prSet presAssocID="{2D575D0B-1103-443D-B7C6-2FAA8CB4F4F6}" presName="spaceRect" presStyleCnt="0"/>
      <dgm:spPr/>
    </dgm:pt>
    <dgm:pt modelId="{F917DBF6-BCF5-4753-BC24-6E1D7891FCAD}" type="pres">
      <dgm:prSet presAssocID="{2D575D0B-1103-443D-B7C6-2FAA8CB4F4F6}" presName="parTx" presStyleLbl="revTx" presStyleIdx="3" presStyleCnt="4">
        <dgm:presLayoutVars>
          <dgm:chMax val="0"/>
          <dgm:chPref val="0"/>
        </dgm:presLayoutVars>
      </dgm:prSet>
      <dgm:spPr/>
    </dgm:pt>
  </dgm:ptLst>
  <dgm:cxnLst>
    <dgm:cxn modelId="{9FD9280F-E070-4F3F-AD1C-AC2171D9410D}" srcId="{8A87FCB9-1760-4C6F-87D6-3390C824DE31}" destId="{C8AAB746-B85E-4F0A-90A4-C9B9E8D7718B}" srcOrd="0" destOrd="0" parTransId="{832DDF1D-7677-4943-9212-92A3DA0BA333}" sibTransId="{A7EE2C38-5C0C-4660-9FF5-E952F0225599}"/>
    <dgm:cxn modelId="{08CAB726-4637-48B7-B601-4A8C62B8F604}" type="presOf" srcId="{2D575D0B-1103-443D-B7C6-2FAA8CB4F4F6}" destId="{F917DBF6-BCF5-4753-BC24-6E1D7891FCAD}" srcOrd="0" destOrd="0" presId="urn:microsoft.com/office/officeart/2018/2/layout/IconVerticalSolidList"/>
    <dgm:cxn modelId="{8A704B2B-3390-4DB0-9DA6-F2F8EDE1373A}" type="presOf" srcId="{68BAA688-2F50-43BA-B5CB-6A5D1687F626}" destId="{F1FC176A-2C60-4EE3-A81A-71947659364C}" srcOrd="0" destOrd="0" presId="urn:microsoft.com/office/officeart/2018/2/layout/IconVerticalSolidList"/>
    <dgm:cxn modelId="{76227C7E-3B29-4483-99C2-9B31F431304F}" type="presOf" srcId="{C8AAB746-B85E-4F0A-90A4-C9B9E8D7718B}" destId="{FF23F660-E945-4CCA-A5B2-581F7855D185}" srcOrd="0" destOrd="0" presId="urn:microsoft.com/office/officeart/2018/2/layout/IconVerticalSolidList"/>
    <dgm:cxn modelId="{39C87680-38B1-47B8-AF36-AC1CA120D6BE}" srcId="{8A87FCB9-1760-4C6F-87D6-3390C824DE31}" destId="{68BAA688-2F50-43BA-B5CB-6A5D1687F626}" srcOrd="2" destOrd="0" parTransId="{E3274901-935E-4356-9578-C6141E6DF760}" sibTransId="{E56B447E-1962-4834-BA42-15EB9DA70331}"/>
    <dgm:cxn modelId="{66F20BA6-0FF9-4471-8871-51DE728AF16F}" srcId="{8A87FCB9-1760-4C6F-87D6-3390C824DE31}" destId="{2D575D0B-1103-443D-B7C6-2FAA8CB4F4F6}" srcOrd="3" destOrd="0" parTransId="{BC787AAF-D2DC-4D0D-B8DC-4E504B10A642}" sibTransId="{1B09567B-3EBB-4134-8125-AEAB0ACBEE02}"/>
    <dgm:cxn modelId="{21BC3DBF-5CC6-463D-A876-181F06A938C7}" type="presOf" srcId="{419D2B37-8BD2-44DC-B79F-480D239D5C48}" destId="{A29CC165-771B-4C57-850E-C8F9F47D78E7}" srcOrd="0" destOrd="0" presId="urn:microsoft.com/office/officeart/2018/2/layout/IconVerticalSolidList"/>
    <dgm:cxn modelId="{1745F9CC-46CB-4E37-891F-796ADE7169EC}" type="presOf" srcId="{8A87FCB9-1760-4C6F-87D6-3390C824DE31}" destId="{A5AFEE33-BFFC-4A8A-BF31-75C0BFD64115}" srcOrd="0" destOrd="0" presId="urn:microsoft.com/office/officeart/2018/2/layout/IconVerticalSolidList"/>
    <dgm:cxn modelId="{00A75FDB-22F0-41FD-B955-BEEEABFEEFDB}" srcId="{8A87FCB9-1760-4C6F-87D6-3390C824DE31}" destId="{419D2B37-8BD2-44DC-B79F-480D239D5C48}" srcOrd="1" destOrd="0" parTransId="{06182C57-062F-499B-A5AD-ED71B5C03AF7}" sibTransId="{6E56A5BD-CC39-42EF-BB3E-1600C682B5DF}"/>
    <dgm:cxn modelId="{C9E59302-B79E-45CE-8796-62439812728E}" type="presParOf" srcId="{A5AFEE33-BFFC-4A8A-BF31-75C0BFD64115}" destId="{DD384C76-5DEF-455B-BA02-D348AA43FAF5}" srcOrd="0" destOrd="0" presId="urn:microsoft.com/office/officeart/2018/2/layout/IconVerticalSolidList"/>
    <dgm:cxn modelId="{8FFE4884-0BA8-4BA9-B3CA-CBB0D232D682}" type="presParOf" srcId="{DD384C76-5DEF-455B-BA02-D348AA43FAF5}" destId="{1C93B314-881B-4A5D-8669-9D555A8543DC}" srcOrd="0" destOrd="0" presId="urn:microsoft.com/office/officeart/2018/2/layout/IconVerticalSolidList"/>
    <dgm:cxn modelId="{17B989A2-6E98-4A8C-ADF2-8A0079D92512}" type="presParOf" srcId="{DD384C76-5DEF-455B-BA02-D348AA43FAF5}" destId="{1069153E-C0E1-4E19-BF70-460B2C05FA1E}" srcOrd="1" destOrd="0" presId="urn:microsoft.com/office/officeart/2018/2/layout/IconVerticalSolidList"/>
    <dgm:cxn modelId="{557B6693-5293-4A0E-BD32-746A2DE1F481}" type="presParOf" srcId="{DD384C76-5DEF-455B-BA02-D348AA43FAF5}" destId="{EB3A8FDB-856C-4841-9B16-C44B3E1A42A5}" srcOrd="2" destOrd="0" presId="urn:microsoft.com/office/officeart/2018/2/layout/IconVerticalSolidList"/>
    <dgm:cxn modelId="{54FA43F4-892D-49CD-A837-C16ACD8BBFAD}" type="presParOf" srcId="{DD384C76-5DEF-455B-BA02-D348AA43FAF5}" destId="{FF23F660-E945-4CCA-A5B2-581F7855D185}" srcOrd="3" destOrd="0" presId="urn:microsoft.com/office/officeart/2018/2/layout/IconVerticalSolidList"/>
    <dgm:cxn modelId="{01EE251B-CFC5-484A-AD1C-58CEFDAF09CE}" type="presParOf" srcId="{A5AFEE33-BFFC-4A8A-BF31-75C0BFD64115}" destId="{AB55DB05-0B11-4A1D-B181-E641791648EF}" srcOrd="1" destOrd="0" presId="urn:microsoft.com/office/officeart/2018/2/layout/IconVerticalSolidList"/>
    <dgm:cxn modelId="{89D655FA-44C3-46AE-BAC6-BFE358BE0DF1}" type="presParOf" srcId="{A5AFEE33-BFFC-4A8A-BF31-75C0BFD64115}" destId="{2861EAA7-4B66-41BE-A693-807A6690A3AE}" srcOrd="2" destOrd="0" presId="urn:microsoft.com/office/officeart/2018/2/layout/IconVerticalSolidList"/>
    <dgm:cxn modelId="{A7C332A9-B021-426F-8EAB-05B457C43172}" type="presParOf" srcId="{2861EAA7-4B66-41BE-A693-807A6690A3AE}" destId="{9B0FABDE-5851-4DE0-A208-75D48953EE28}" srcOrd="0" destOrd="0" presId="urn:microsoft.com/office/officeart/2018/2/layout/IconVerticalSolidList"/>
    <dgm:cxn modelId="{DC0260C7-47E6-4ECC-830F-60F388993764}" type="presParOf" srcId="{2861EAA7-4B66-41BE-A693-807A6690A3AE}" destId="{9B8C636E-736F-47A8-8A5F-16141BD61F38}" srcOrd="1" destOrd="0" presId="urn:microsoft.com/office/officeart/2018/2/layout/IconVerticalSolidList"/>
    <dgm:cxn modelId="{FE97B0A7-902B-4C84-BB17-2B9E5F88AAC1}" type="presParOf" srcId="{2861EAA7-4B66-41BE-A693-807A6690A3AE}" destId="{1AD6C5BB-60CF-44C4-B1D5-37E21024FB2D}" srcOrd="2" destOrd="0" presId="urn:microsoft.com/office/officeart/2018/2/layout/IconVerticalSolidList"/>
    <dgm:cxn modelId="{87132229-4DAA-4079-B7B4-A8A019998129}" type="presParOf" srcId="{2861EAA7-4B66-41BE-A693-807A6690A3AE}" destId="{A29CC165-771B-4C57-850E-C8F9F47D78E7}" srcOrd="3" destOrd="0" presId="urn:microsoft.com/office/officeart/2018/2/layout/IconVerticalSolidList"/>
    <dgm:cxn modelId="{B39016F1-AD32-4916-BE93-B2AB6B079A1B}" type="presParOf" srcId="{A5AFEE33-BFFC-4A8A-BF31-75C0BFD64115}" destId="{29D419AE-2EC2-45ED-A50B-6BD28DCA6586}" srcOrd="3" destOrd="0" presId="urn:microsoft.com/office/officeart/2018/2/layout/IconVerticalSolidList"/>
    <dgm:cxn modelId="{60302C1A-4101-40D8-9821-0EEC706F1419}" type="presParOf" srcId="{A5AFEE33-BFFC-4A8A-BF31-75C0BFD64115}" destId="{A65A3DD5-CCD5-4FBB-9CE2-024F035C487A}" srcOrd="4" destOrd="0" presId="urn:microsoft.com/office/officeart/2018/2/layout/IconVerticalSolidList"/>
    <dgm:cxn modelId="{A4C9C7DD-CDD5-4314-88CC-97E74DE75B66}" type="presParOf" srcId="{A65A3DD5-CCD5-4FBB-9CE2-024F035C487A}" destId="{5D758768-655C-4406-BA34-41E7B50BE5D7}" srcOrd="0" destOrd="0" presId="urn:microsoft.com/office/officeart/2018/2/layout/IconVerticalSolidList"/>
    <dgm:cxn modelId="{A51B85DA-5AE8-4E76-9543-FB578977A1D8}" type="presParOf" srcId="{A65A3DD5-CCD5-4FBB-9CE2-024F035C487A}" destId="{063920E1-AE73-4A6D-A3AE-69C747827785}" srcOrd="1" destOrd="0" presId="urn:microsoft.com/office/officeart/2018/2/layout/IconVerticalSolidList"/>
    <dgm:cxn modelId="{2DC42C19-825D-4D55-B135-277716956B7A}" type="presParOf" srcId="{A65A3DD5-CCD5-4FBB-9CE2-024F035C487A}" destId="{1815FADC-0A59-474D-8622-C56C8372F3A6}" srcOrd="2" destOrd="0" presId="urn:microsoft.com/office/officeart/2018/2/layout/IconVerticalSolidList"/>
    <dgm:cxn modelId="{019A932F-5B4E-44FE-8C9F-22930974181F}" type="presParOf" srcId="{A65A3DD5-CCD5-4FBB-9CE2-024F035C487A}" destId="{F1FC176A-2C60-4EE3-A81A-71947659364C}" srcOrd="3" destOrd="0" presId="urn:microsoft.com/office/officeart/2018/2/layout/IconVerticalSolidList"/>
    <dgm:cxn modelId="{67DD5532-12F6-4543-8E49-32ED2222993F}" type="presParOf" srcId="{A5AFEE33-BFFC-4A8A-BF31-75C0BFD64115}" destId="{5F6843DC-C795-4B99-84CB-4CE791251998}" srcOrd="5" destOrd="0" presId="urn:microsoft.com/office/officeart/2018/2/layout/IconVerticalSolidList"/>
    <dgm:cxn modelId="{8F908AC3-4454-4FFD-A5D9-09984C5F0745}" type="presParOf" srcId="{A5AFEE33-BFFC-4A8A-BF31-75C0BFD64115}" destId="{EF4BD3DF-A0B7-4038-956B-498E12776E7B}" srcOrd="6" destOrd="0" presId="urn:microsoft.com/office/officeart/2018/2/layout/IconVerticalSolidList"/>
    <dgm:cxn modelId="{6E1F5AD5-5BAA-4329-B5F7-788EEC556DC8}" type="presParOf" srcId="{EF4BD3DF-A0B7-4038-956B-498E12776E7B}" destId="{A32E47E1-5439-4791-B028-B5F6108FE50C}" srcOrd="0" destOrd="0" presId="urn:microsoft.com/office/officeart/2018/2/layout/IconVerticalSolidList"/>
    <dgm:cxn modelId="{73DE6D05-4638-4847-A8F6-3FAF3C4E3194}" type="presParOf" srcId="{EF4BD3DF-A0B7-4038-956B-498E12776E7B}" destId="{06072420-E7FF-4499-8BA7-49465CF2BF56}" srcOrd="1" destOrd="0" presId="urn:microsoft.com/office/officeart/2018/2/layout/IconVerticalSolidList"/>
    <dgm:cxn modelId="{8C10DC1A-E977-4F14-848A-E7FB439BB9D3}" type="presParOf" srcId="{EF4BD3DF-A0B7-4038-956B-498E12776E7B}" destId="{8F3685B8-8F8A-40F4-9CAE-1CC1A5FCA9E7}" srcOrd="2" destOrd="0" presId="urn:microsoft.com/office/officeart/2018/2/layout/IconVerticalSolidList"/>
    <dgm:cxn modelId="{0A0E8E55-7BCF-4479-89C2-F3BC8E1C51D9}" type="presParOf" srcId="{EF4BD3DF-A0B7-4038-956B-498E12776E7B}" destId="{F917DBF6-BCF5-4753-BC24-6E1D7891FCAD}"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45432324-5E85-4BC0-A51A-4BC5768BA57D}" type="doc">
      <dgm:prSet loTypeId="urn:microsoft.com/office/officeart/2018/2/layout/IconCircle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7F511580-C668-4E05-AD24-A17772F92E41}">
      <dgm:prSet/>
      <dgm:spPr/>
      <dgm:t>
        <a:bodyPr/>
        <a:lstStyle/>
        <a:p>
          <a:pPr>
            <a:lnSpc>
              <a:spcPct val="100000"/>
            </a:lnSpc>
          </a:pPr>
          <a:r>
            <a:rPr lang="en-GB"/>
            <a:t>A model is an abstract view of a system that ignores system details. Complementary system models can be developed to show the system’s context, interactions, structure and behavior.</a:t>
          </a:r>
          <a:endParaRPr lang="en-US"/>
        </a:p>
      </dgm:t>
    </dgm:pt>
    <dgm:pt modelId="{883CCF74-361F-4D9C-8A7A-DAEC1B47E9FF}" type="parTrans" cxnId="{17C6AD5F-C561-4554-A2FF-F83006048214}">
      <dgm:prSet/>
      <dgm:spPr/>
      <dgm:t>
        <a:bodyPr/>
        <a:lstStyle/>
        <a:p>
          <a:endParaRPr lang="en-US"/>
        </a:p>
      </dgm:t>
    </dgm:pt>
    <dgm:pt modelId="{4B99FBAE-7C8D-4996-8201-00754F68CEE1}" type="sibTrans" cxnId="{17C6AD5F-C561-4554-A2FF-F83006048214}">
      <dgm:prSet/>
      <dgm:spPr/>
      <dgm:t>
        <a:bodyPr/>
        <a:lstStyle/>
        <a:p>
          <a:pPr>
            <a:lnSpc>
              <a:spcPct val="100000"/>
            </a:lnSpc>
          </a:pPr>
          <a:endParaRPr lang="en-US"/>
        </a:p>
      </dgm:t>
    </dgm:pt>
    <dgm:pt modelId="{5AF5C7D3-21F4-40B8-BA45-98093DA4CB70}">
      <dgm:prSet/>
      <dgm:spPr/>
      <dgm:t>
        <a:bodyPr/>
        <a:lstStyle/>
        <a:p>
          <a:pPr>
            <a:lnSpc>
              <a:spcPct val="100000"/>
            </a:lnSpc>
          </a:pPr>
          <a:r>
            <a:rPr lang="en-GB"/>
            <a:t>Context models show how a system that is being </a:t>
          </a:r>
          <a:r>
            <a:rPr lang="en-US"/>
            <a:t>modeled is positioned in an environment with other systems and processes. </a:t>
          </a:r>
        </a:p>
      </dgm:t>
    </dgm:pt>
    <dgm:pt modelId="{DE86CC2D-78DE-4D69-9847-B35DBD29BBBF}" type="parTrans" cxnId="{B3E61DC0-0EBB-4886-88A4-C6CE25076877}">
      <dgm:prSet/>
      <dgm:spPr/>
      <dgm:t>
        <a:bodyPr/>
        <a:lstStyle/>
        <a:p>
          <a:endParaRPr lang="en-US"/>
        </a:p>
      </dgm:t>
    </dgm:pt>
    <dgm:pt modelId="{119D2BA2-863E-4128-A871-A455EEDF8E49}" type="sibTrans" cxnId="{B3E61DC0-0EBB-4886-88A4-C6CE25076877}">
      <dgm:prSet/>
      <dgm:spPr/>
      <dgm:t>
        <a:bodyPr/>
        <a:lstStyle/>
        <a:p>
          <a:pPr>
            <a:lnSpc>
              <a:spcPct val="100000"/>
            </a:lnSpc>
          </a:pPr>
          <a:endParaRPr lang="en-US"/>
        </a:p>
      </dgm:t>
    </dgm:pt>
    <dgm:pt modelId="{B1DDE14F-C0E9-4487-A0A6-83255EA228AA}">
      <dgm:prSet/>
      <dgm:spPr/>
      <dgm:t>
        <a:bodyPr/>
        <a:lstStyle/>
        <a:p>
          <a:pPr>
            <a:lnSpc>
              <a:spcPct val="100000"/>
            </a:lnSpc>
          </a:pPr>
          <a:r>
            <a:rPr lang="en-US"/>
            <a:t>Use case diagrams and sequence diagrams are used to describe the interactions between users and systems in the system being designed. Use cases describe interactions between a system and external actors; sequence diagrams add more information to these by showing interactions between system objects.</a:t>
          </a:r>
        </a:p>
      </dgm:t>
    </dgm:pt>
    <dgm:pt modelId="{D33CF1A0-744D-4600-B41A-98ED6B085F54}" type="parTrans" cxnId="{51EAC979-7045-499D-B8C6-A0DCEE88B877}">
      <dgm:prSet/>
      <dgm:spPr/>
      <dgm:t>
        <a:bodyPr/>
        <a:lstStyle/>
        <a:p>
          <a:endParaRPr lang="en-US"/>
        </a:p>
      </dgm:t>
    </dgm:pt>
    <dgm:pt modelId="{E32870E0-E931-4743-89F7-03B2032F8CAD}" type="sibTrans" cxnId="{51EAC979-7045-499D-B8C6-A0DCEE88B877}">
      <dgm:prSet/>
      <dgm:spPr/>
      <dgm:t>
        <a:bodyPr/>
        <a:lstStyle/>
        <a:p>
          <a:pPr>
            <a:lnSpc>
              <a:spcPct val="100000"/>
            </a:lnSpc>
          </a:pPr>
          <a:endParaRPr lang="en-US"/>
        </a:p>
      </dgm:t>
    </dgm:pt>
    <dgm:pt modelId="{24687839-B962-472A-9CAF-BF5B1F5B8413}">
      <dgm:prSet/>
      <dgm:spPr/>
      <dgm:t>
        <a:bodyPr/>
        <a:lstStyle/>
        <a:p>
          <a:pPr>
            <a:lnSpc>
              <a:spcPct val="100000"/>
            </a:lnSpc>
          </a:pPr>
          <a:r>
            <a:rPr lang="en-US"/>
            <a:t>Structural models show the organization and architecture of a system. Class diagrams are used to define the static structure of classes in a system and their associations.</a:t>
          </a:r>
        </a:p>
      </dgm:t>
    </dgm:pt>
    <dgm:pt modelId="{FD1853BC-EF20-49CE-8EA2-715F32214F60}" type="parTrans" cxnId="{4493A9A7-E29A-4BAE-AE27-E31A092A444D}">
      <dgm:prSet/>
      <dgm:spPr/>
      <dgm:t>
        <a:bodyPr/>
        <a:lstStyle/>
        <a:p>
          <a:endParaRPr lang="en-US"/>
        </a:p>
      </dgm:t>
    </dgm:pt>
    <dgm:pt modelId="{9DEA3FA8-7B35-4EAF-9B8A-15BACC2F3D93}" type="sibTrans" cxnId="{4493A9A7-E29A-4BAE-AE27-E31A092A444D}">
      <dgm:prSet/>
      <dgm:spPr/>
      <dgm:t>
        <a:bodyPr/>
        <a:lstStyle/>
        <a:p>
          <a:endParaRPr lang="en-US"/>
        </a:p>
      </dgm:t>
    </dgm:pt>
    <dgm:pt modelId="{5F240696-1F31-4C62-BADD-4CE5A3251BD0}" type="pres">
      <dgm:prSet presAssocID="{45432324-5E85-4BC0-A51A-4BC5768BA57D}" presName="root" presStyleCnt="0">
        <dgm:presLayoutVars>
          <dgm:dir/>
          <dgm:resizeHandles val="exact"/>
        </dgm:presLayoutVars>
      </dgm:prSet>
      <dgm:spPr/>
    </dgm:pt>
    <dgm:pt modelId="{5FD9BFCC-B537-4C5D-8C7B-4B85AB6F1C63}" type="pres">
      <dgm:prSet presAssocID="{45432324-5E85-4BC0-A51A-4BC5768BA57D}" presName="container" presStyleCnt="0">
        <dgm:presLayoutVars>
          <dgm:dir/>
          <dgm:resizeHandles val="exact"/>
        </dgm:presLayoutVars>
      </dgm:prSet>
      <dgm:spPr/>
    </dgm:pt>
    <dgm:pt modelId="{84AAF5CF-2BE3-4F84-9E71-0F237BF3020E}" type="pres">
      <dgm:prSet presAssocID="{7F511580-C668-4E05-AD24-A17772F92E41}" presName="compNode" presStyleCnt="0"/>
      <dgm:spPr/>
    </dgm:pt>
    <dgm:pt modelId="{D49396C4-C552-43BA-80E8-8A2AE3CCC5E8}" type="pres">
      <dgm:prSet presAssocID="{7F511580-C668-4E05-AD24-A17772F92E41}" presName="iconBgRect" presStyleLbl="bgShp" presStyleIdx="0" presStyleCnt="4"/>
      <dgm:spPr/>
    </dgm:pt>
    <dgm:pt modelId="{2FD76E6C-2B46-45A4-8BF6-6DCA649A26A0}" type="pres">
      <dgm:prSet presAssocID="{7F511580-C668-4E05-AD24-A17772F92E41}"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able"/>
        </a:ext>
      </dgm:extLst>
    </dgm:pt>
    <dgm:pt modelId="{9EEC0ABE-A96E-4646-A1A9-3B274D69779D}" type="pres">
      <dgm:prSet presAssocID="{7F511580-C668-4E05-AD24-A17772F92E41}" presName="spaceRect" presStyleCnt="0"/>
      <dgm:spPr/>
    </dgm:pt>
    <dgm:pt modelId="{01547451-E38D-4212-BD5B-058D4F1B4964}" type="pres">
      <dgm:prSet presAssocID="{7F511580-C668-4E05-AD24-A17772F92E41}" presName="textRect" presStyleLbl="revTx" presStyleIdx="0" presStyleCnt="4">
        <dgm:presLayoutVars>
          <dgm:chMax val="1"/>
          <dgm:chPref val="1"/>
        </dgm:presLayoutVars>
      </dgm:prSet>
      <dgm:spPr/>
    </dgm:pt>
    <dgm:pt modelId="{7CF9DE73-6BBE-47AC-8DE2-E52ED5F26F6B}" type="pres">
      <dgm:prSet presAssocID="{4B99FBAE-7C8D-4996-8201-00754F68CEE1}" presName="sibTrans" presStyleLbl="sibTrans2D1" presStyleIdx="0" presStyleCnt="0"/>
      <dgm:spPr/>
    </dgm:pt>
    <dgm:pt modelId="{40BE6F5D-7B4D-4383-94A4-CD8EF2147E4B}" type="pres">
      <dgm:prSet presAssocID="{5AF5C7D3-21F4-40B8-BA45-98093DA4CB70}" presName="compNode" presStyleCnt="0"/>
      <dgm:spPr/>
    </dgm:pt>
    <dgm:pt modelId="{6C9915AD-E773-41C0-86EB-42047A245A0B}" type="pres">
      <dgm:prSet presAssocID="{5AF5C7D3-21F4-40B8-BA45-98093DA4CB70}" presName="iconBgRect" presStyleLbl="bgShp" presStyleIdx="1" presStyleCnt="4"/>
      <dgm:spPr/>
    </dgm:pt>
    <dgm:pt modelId="{FF63BE3E-B994-414A-B224-A75082DCF78B}" type="pres">
      <dgm:prSet presAssocID="{5AF5C7D3-21F4-40B8-BA45-98093DA4CB70}"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ierarchy"/>
        </a:ext>
      </dgm:extLst>
    </dgm:pt>
    <dgm:pt modelId="{FF42D1A6-2C5E-4931-B9CE-B2C9260C532F}" type="pres">
      <dgm:prSet presAssocID="{5AF5C7D3-21F4-40B8-BA45-98093DA4CB70}" presName="spaceRect" presStyleCnt="0"/>
      <dgm:spPr/>
    </dgm:pt>
    <dgm:pt modelId="{D17CE15B-995B-46CF-9C10-2DD0A74CB1D3}" type="pres">
      <dgm:prSet presAssocID="{5AF5C7D3-21F4-40B8-BA45-98093DA4CB70}" presName="textRect" presStyleLbl="revTx" presStyleIdx="1" presStyleCnt="4">
        <dgm:presLayoutVars>
          <dgm:chMax val="1"/>
          <dgm:chPref val="1"/>
        </dgm:presLayoutVars>
      </dgm:prSet>
      <dgm:spPr/>
    </dgm:pt>
    <dgm:pt modelId="{A6178642-F32B-4179-A28A-BA21CCA51C69}" type="pres">
      <dgm:prSet presAssocID="{119D2BA2-863E-4128-A871-A455EEDF8E49}" presName="sibTrans" presStyleLbl="sibTrans2D1" presStyleIdx="0" presStyleCnt="0"/>
      <dgm:spPr/>
    </dgm:pt>
    <dgm:pt modelId="{B398C43E-C0DD-4948-96FA-DC434A79CD36}" type="pres">
      <dgm:prSet presAssocID="{B1DDE14F-C0E9-4487-A0A6-83255EA228AA}" presName="compNode" presStyleCnt="0"/>
      <dgm:spPr/>
    </dgm:pt>
    <dgm:pt modelId="{04585872-6C0C-4B97-A9A9-DF59C1D0D423}" type="pres">
      <dgm:prSet presAssocID="{B1DDE14F-C0E9-4487-A0A6-83255EA228AA}" presName="iconBgRect" presStyleLbl="bgShp" presStyleIdx="2" presStyleCnt="4"/>
      <dgm:spPr/>
    </dgm:pt>
    <dgm:pt modelId="{E1FCF92E-E7FD-46C6-BCC0-AF236B6F0B4A}" type="pres">
      <dgm:prSet presAssocID="{B1DDE14F-C0E9-4487-A0A6-83255EA228AA}"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Flowchart"/>
        </a:ext>
      </dgm:extLst>
    </dgm:pt>
    <dgm:pt modelId="{961FF1FB-E47B-48A2-9B84-92DFC971745F}" type="pres">
      <dgm:prSet presAssocID="{B1DDE14F-C0E9-4487-A0A6-83255EA228AA}" presName="spaceRect" presStyleCnt="0"/>
      <dgm:spPr/>
    </dgm:pt>
    <dgm:pt modelId="{332A0182-31C4-4673-9AFD-0B97DA683F68}" type="pres">
      <dgm:prSet presAssocID="{B1DDE14F-C0E9-4487-A0A6-83255EA228AA}" presName="textRect" presStyleLbl="revTx" presStyleIdx="2" presStyleCnt="4">
        <dgm:presLayoutVars>
          <dgm:chMax val="1"/>
          <dgm:chPref val="1"/>
        </dgm:presLayoutVars>
      </dgm:prSet>
      <dgm:spPr/>
    </dgm:pt>
    <dgm:pt modelId="{0867398C-AFAB-4994-84AC-9C86857BE081}" type="pres">
      <dgm:prSet presAssocID="{E32870E0-E931-4743-89F7-03B2032F8CAD}" presName="sibTrans" presStyleLbl="sibTrans2D1" presStyleIdx="0" presStyleCnt="0"/>
      <dgm:spPr/>
    </dgm:pt>
    <dgm:pt modelId="{614E9368-969F-4B3E-9577-7A5488873AB2}" type="pres">
      <dgm:prSet presAssocID="{24687839-B962-472A-9CAF-BF5B1F5B8413}" presName="compNode" presStyleCnt="0"/>
      <dgm:spPr/>
    </dgm:pt>
    <dgm:pt modelId="{B1794537-A163-4982-A678-4C1532039920}" type="pres">
      <dgm:prSet presAssocID="{24687839-B962-472A-9CAF-BF5B1F5B8413}" presName="iconBgRect" presStyleLbl="bgShp" presStyleIdx="3" presStyleCnt="4"/>
      <dgm:spPr/>
    </dgm:pt>
    <dgm:pt modelId="{7317D038-7826-4DD2-855D-0D3139857EED}" type="pres">
      <dgm:prSet presAssocID="{24687839-B962-472A-9CAF-BF5B1F5B8413}"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Branching Diagram"/>
        </a:ext>
      </dgm:extLst>
    </dgm:pt>
    <dgm:pt modelId="{26563ACC-A3E7-45B4-A07D-EA83E11C7380}" type="pres">
      <dgm:prSet presAssocID="{24687839-B962-472A-9CAF-BF5B1F5B8413}" presName="spaceRect" presStyleCnt="0"/>
      <dgm:spPr/>
    </dgm:pt>
    <dgm:pt modelId="{0ED860EA-E830-48C8-B6A0-E534CCB1E742}" type="pres">
      <dgm:prSet presAssocID="{24687839-B962-472A-9CAF-BF5B1F5B8413}" presName="textRect" presStyleLbl="revTx" presStyleIdx="3" presStyleCnt="4">
        <dgm:presLayoutVars>
          <dgm:chMax val="1"/>
          <dgm:chPref val="1"/>
        </dgm:presLayoutVars>
      </dgm:prSet>
      <dgm:spPr/>
    </dgm:pt>
  </dgm:ptLst>
  <dgm:cxnLst>
    <dgm:cxn modelId="{83876D0B-AA99-4E77-81D5-611C774DA24E}" type="presOf" srcId="{E32870E0-E931-4743-89F7-03B2032F8CAD}" destId="{0867398C-AFAB-4994-84AC-9C86857BE081}" srcOrd="0" destOrd="0" presId="urn:microsoft.com/office/officeart/2018/2/layout/IconCircleList"/>
    <dgm:cxn modelId="{A55C5A5B-9EE9-42A2-88CA-B6B8013B62FA}" type="presOf" srcId="{4B99FBAE-7C8D-4996-8201-00754F68CEE1}" destId="{7CF9DE73-6BBE-47AC-8DE2-E52ED5F26F6B}" srcOrd="0" destOrd="0" presId="urn:microsoft.com/office/officeart/2018/2/layout/IconCircleList"/>
    <dgm:cxn modelId="{17C6AD5F-C561-4554-A2FF-F83006048214}" srcId="{45432324-5E85-4BC0-A51A-4BC5768BA57D}" destId="{7F511580-C668-4E05-AD24-A17772F92E41}" srcOrd="0" destOrd="0" parTransId="{883CCF74-361F-4D9C-8A7A-DAEC1B47E9FF}" sibTransId="{4B99FBAE-7C8D-4996-8201-00754F68CEE1}"/>
    <dgm:cxn modelId="{B632136B-F9F6-4825-840D-2CBBBC7B854A}" type="presOf" srcId="{5AF5C7D3-21F4-40B8-BA45-98093DA4CB70}" destId="{D17CE15B-995B-46CF-9C10-2DD0A74CB1D3}" srcOrd="0" destOrd="0" presId="urn:microsoft.com/office/officeart/2018/2/layout/IconCircleList"/>
    <dgm:cxn modelId="{1D980A4C-BFBB-4C6D-A58E-BA2FC530744E}" type="presOf" srcId="{B1DDE14F-C0E9-4487-A0A6-83255EA228AA}" destId="{332A0182-31C4-4673-9AFD-0B97DA683F68}" srcOrd="0" destOrd="0" presId="urn:microsoft.com/office/officeart/2018/2/layout/IconCircleList"/>
    <dgm:cxn modelId="{CF6F9553-9343-49B2-B199-5B202E552B24}" type="presOf" srcId="{24687839-B962-472A-9CAF-BF5B1F5B8413}" destId="{0ED860EA-E830-48C8-B6A0-E534CCB1E742}" srcOrd="0" destOrd="0" presId="urn:microsoft.com/office/officeart/2018/2/layout/IconCircleList"/>
    <dgm:cxn modelId="{51EAC979-7045-499D-B8C6-A0DCEE88B877}" srcId="{45432324-5E85-4BC0-A51A-4BC5768BA57D}" destId="{B1DDE14F-C0E9-4487-A0A6-83255EA228AA}" srcOrd="2" destOrd="0" parTransId="{D33CF1A0-744D-4600-B41A-98ED6B085F54}" sibTransId="{E32870E0-E931-4743-89F7-03B2032F8CAD}"/>
    <dgm:cxn modelId="{4493A9A7-E29A-4BAE-AE27-E31A092A444D}" srcId="{45432324-5E85-4BC0-A51A-4BC5768BA57D}" destId="{24687839-B962-472A-9CAF-BF5B1F5B8413}" srcOrd="3" destOrd="0" parTransId="{FD1853BC-EF20-49CE-8EA2-715F32214F60}" sibTransId="{9DEA3FA8-7B35-4EAF-9B8A-15BACC2F3D93}"/>
    <dgm:cxn modelId="{B3E61DC0-0EBB-4886-88A4-C6CE25076877}" srcId="{45432324-5E85-4BC0-A51A-4BC5768BA57D}" destId="{5AF5C7D3-21F4-40B8-BA45-98093DA4CB70}" srcOrd="1" destOrd="0" parTransId="{DE86CC2D-78DE-4D69-9847-B35DBD29BBBF}" sibTransId="{119D2BA2-863E-4128-A871-A455EEDF8E49}"/>
    <dgm:cxn modelId="{C8AD36C0-8012-4D68-B5A4-3F3D9E924966}" type="presOf" srcId="{7F511580-C668-4E05-AD24-A17772F92E41}" destId="{01547451-E38D-4212-BD5B-058D4F1B4964}" srcOrd="0" destOrd="0" presId="urn:microsoft.com/office/officeart/2018/2/layout/IconCircleList"/>
    <dgm:cxn modelId="{C24E5DF0-694E-4EDF-954F-1255F8E50767}" type="presOf" srcId="{119D2BA2-863E-4128-A871-A455EEDF8E49}" destId="{A6178642-F32B-4179-A28A-BA21CCA51C69}" srcOrd="0" destOrd="0" presId="urn:microsoft.com/office/officeart/2018/2/layout/IconCircleList"/>
    <dgm:cxn modelId="{82A595F1-BA4A-4C64-B348-B3E08D64FDC0}" type="presOf" srcId="{45432324-5E85-4BC0-A51A-4BC5768BA57D}" destId="{5F240696-1F31-4C62-BADD-4CE5A3251BD0}" srcOrd="0" destOrd="0" presId="urn:microsoft.com/office/officeart/2018/2/layout/IconCircleList"/>
    <dgm:cxn modelId="{6B5383A0-6E10-45D5-B580-E10C243E1684}" type="presParOf" srcId="{5F240696-1F31-4C62-BADD-4CE5A3251BD0}" destId="{5FD9BFCC-B537-4C5D-8C7B-4B85AB6F1C63}" srcOrd="0" destOrd="0" presId="urn:microsoft.com/office/officeart/2018/2/layout/IconCircleList"/>
    <dgm:cxn modelId="{0AA6BAD8-B29E-4579-AA68-D1EB6A6C4E21}" type="presParOf" srcId="{5FD9BFCC-B537-4C5D-8C7B-4B85AB6F1C63}" destId="{84AAF5CF-2BE3-4F84-9E71-0F237BF3020E}" srcOrd="0" destOrd="0" presId="urn:microsoft.com/office/officeart/2018/2/layout/IconCircleList"/>
    <dgm:cxn modelId="{C01BC31A-2649-48BF-B819-DE5C3790C83F}" type="presParOf" srcId="{84AAF5CF-2BE3-4F84-9E71-0F237BF3020E}" destId="{D49396C4-C552-43BA-80E8-8A2AE3CCC5E8}" srcOrd="0" destOrd="0" presId="urn:microsoft.com/office/officeart/2018/2/layout/IconCircleList"/>
    <dgm:cxn modelId="{A00DDE2B-8581-4821-BA00-B88B1E08259C}" type="presParOf" srcId="{84AAF5CF-2BE3-4F84-9E71-0F237BF3020E}" destId="{2FD76E6C-2B46-45A4-8BF6-6DCA649A26A0}" srcOrd="1" destOrd="0" presId="urn:microsoft.com/office/officeart/2018/2/layout/IconCircleList"/>
    <dgm:cxn modelId="{AD76DBE9-6DF8-476E-86FD-DAC81C12E2AB}" type="presParOf" srcId="{84AAF5CF-2BE3-4F84-9E71-0F237BF3020E}" destId="{9EEC0ABE-A96E-4646-A1A9-3B274D69779D}" srcOrd="2" destOrd="0" presId="urn:microsoft.com/office/officeart/2018/2/layout/IconCircleList"/>
    <dgm:cxn modelId="{93E3492C-7495-48ED-BEB1-A40FE16D5FA0}" type="presParOf" srcId="{84AAF5CF-2BE3-4F84-9E71-0F237BF3020E}" destId="{01547451-E38D-4212-BD5B-058D4F1B4964}" srcOrd="3" destOrd="0" presId="urn:microsoft.com/office/officeart/2018/2/layout/IconCircleList"/>
    <dgm:cxn modelId="{BF0993F7-6458-4116-946C-436BBBEC391E}" type="presParOf" srcId="{5FD9BFCC-B537-4C5D-8C7B-4B85AB6F1C63}" destId="{7CF9DE73-6BBE-47AC-8DE2-E52ED5F26F6B}" srcOrd="1" destOrd="0" presId="urn:microsoft.com/office/officeart/2018/2/layout/IconCircleList"/>
    <dgm:cxn modelId="{E3F8ADBB-1077-4447-AD6F-E416901AB7BA}" type="presParOf" srcId="{5FD9BFCC-B537-4C5D-8C7B-4B85AB6F1C63}" destId="{40BE6F5D-7B4D-4383-94A4-CD8EF2147E4B}" srcOrd="2" destOrd="0" presId="urn:microsoft.com/office/officeart/2018/2/layout/IconCircleList"/>
    <dgm:cxn modelId="{1B0DB990-396D-4C6B-9E3B-FAA31593CDB3}" type="presParOf" srcId="{40BE6F5D-7B4D-4383-94A4-CD8EF2147E4B}" destId="{6C9915AD-E773-41C0-86EB-42047A245A0B}" srcOrd="0" destOrd="0" presId="urn:microsoft.com/office/officeart/2018/2/layout/IconCircleList"/>
    <dgm:cxn modelId="{3B1E8A14-C84A-4C81-9005-58A460DA3AF7}" type="presParOf" srcId="{40BE6F5D-7B4D-4383-94A4-CD8EF2147E4B}" destId="{FF63BE3E-B994-414A-B224-A75082DCF78B}" srcOrd="1" destOrd="0" presId="urn:microsoft.com/office/officeart/2018/2/layout/IconCircleList"/>
    <dgm:cxn modelId="{64816A92-FCF7-4C88-B34C-506A02E0025C}" type="presParOf" srcId="{40BE6F5D-7B4D-4383-94A4-CD8EF2147E4B}" destId="{FF42D1A6-2C5E-4931-B9CE-B2C9260C532F}" srcOrd="2" destOrd="0" presId="urn:microsoft.com/office/officeart/2018/2/layout/IconCircleList"/>
    <dgm:cxn modelId="{F70D2B09-DE48-4289-82C2-3DE78696D267}" type="presParOf" srcId="{40BE6F5D-7B4D-4383-94A4-CD8EF2147E4B}" destId="{D17CE15B-995B-46CF-9C10-2DD0A74CB1D3}" srcOrd="3" destOrd="0" presId="urn:microsoft.com/office/officeart/2018/2/layout/IconCircleList"/>
    <dgm:cxn modelId="{3FE908E7-7F8E-40ED-97E1-AC3275A013CD}" type="presParOf" srcId="{5FD9BFCC-B537-4C5D-8C7B-4B85AB6F1C63}" destId="{A6178642-F32B-4179-A28A-BA21CCA51C69}" srcOrd="3" destOrd="0" presId="urn:microsoft.com/office/officeart/2018/2/layout/IconCircleList"/>
    <dgm:cxn modelId="{94C2F6ED-70EF-49B6-A07F-F4209E0A391C}" type="presParOf" srcId="{5FD9BFCC-B537-4C5D-8C7B-4B85AB6F1C63}" destId="{B398C43E-C0DD-4948-96FA-DC434A79CD36}" srcOrd="4" destOrd="0" presId="urn:microsoft.com/office/officeart/2018/2/layout/IconCircleList"/>
    <dgm:cxn modelId="{126A2144-6B50-467C-8C7D-CAE91B212FE7}" type="presParOf" srcId="{B398C43E-C0DD-4948-96FA-DC434A79CD36}" destId="{04585872-6C0C-4B97-A9A9-DF59C1D0D423}" srcOrd="0" destOrd="0" presId="urn:microsoft.com/office/officeart/2018/2/layout/IconCircleList"/>
    <dgm:cxn modelId="{6E0A1F9B-30F4-4997-B452-11B063EABDA8}" type="presParOf" srcId="{B398C43E-C0DD-4948-96FA-DC434A79CD36}" destId="{E1FCF92E-E7FD-46C6-BCC0-AF236B6F0B4A}" srcOrd="1" destOrd="0" presId="urn:microsoft.com/office/officeart/2018/2/layout/IconCircleList"/>
    <dgm:cxn modelId="{3C39AA56-255E-4555-97AE-5BC98714E8D5}" type="presParOf" srcId="{B398C43E-C0DD-4948-96FA-DC434A79CD36}" destId="{961FF1FB-E47B-48A2-9B84-92DFC971745F}" srcOrd="2" destOrd="0" presId="urn:microsoft.com/office/officeart/2018/2/layout/IconCircleList"/>
    <dgm:cxn modelId="{0E0A59C0-DF40-478F-84DC-668BB267589A}" type="presParOf" srcId="{B398C43E-C0DD-4948-96FA-DC434A79CD36}" destId="{332A0182-31C4-4673-9AFD-0B97DA683F68}" srcOrd="3" destOrd="0" presId="urn:microsoft.com/office/officeart/2018/2/layout/IconCircleList"/>
    <dgm:cxn modelId="{E8547AFC-2792-4EE3-AD8A-BB8FE85FC685}" type="presParOf" srcId="{5FD9BFCC-B537-4C5D-8C7B-4B85AB6F1C63}" destId="{0867398C-AFAB-4994-84AC-9C86857BE081}" srcOrd="5" destOrd="0" presId="urn:microsoft.com/office/officeart/2018/2/layout/IconCircleList"/>
    <dgm:cxn modelId="{48B2CD24-033D-488F-A6E8-85A8F0C4E22F}" type="presParOf" srcId="{5FD9BFCC-B537-4C5D-8C7B-4B85AB6F1C63}" destId="{614E9368-969F-4B3E-9577-7A5488873AB2}" srcOrd="6" destOrd="0" presId="urn:microsoft.com/office/officeart/2018/2/layout/IconCircleList"/>
    <dgm:cxn modelId="{529BC5F3-266C-4E59-87FC-20F69036964A}" type="presParOf" srcId="{614E9368-969F-4B3E-9577-7A5488873AB2}" destId="{B1794537-A163-4982-A678-4C1532039920}" srcOrd="0" destOrd="0" presId="urn:microsoft.com/office/officeart/2018/2/layout/IconCircleList"/>
    <dgm:cxn modelId="{243E2AB8-22A2-4D4A-B355-30848E03B417}" type="presParOf" srcId="{614E9368-969F-4B3E-9577-7A5488873AB2}" destId="{7317D038-7826-4DD2-855D-0D3139857EED}" srcOrd="1" destOrd="0" presId="urn:microsoft.com/office/officeart/2018/2/layout/IconCircleList"/>
    <dgm:cxn modelId="{0DD27C43-A949-4D81-AE97-4190910085AA}" type="presParOf" srcId="{614E9368-969F-4B3E-9577-7A5488873AB2}" destId="{26563ACC-A3E7-45B4-A07D-EA83E11C7380}" srcOrd="2" destOrd="0" presId="urn:microsoft.com/office/officeart/2018/2/layout/IconCircleList"/>
    <dgm:cxn modelId="{A9B94398-BE0D-451A-9D42-A8AAF6667A8D}" type="presParOf" srcId="{614E9368-969F-4B3E-9577-7A5488873AB2}" destId="{0ED860EA-E830-48C8-B6A0-E534CCB1E742}" srcOrd="3" destOrd="0" presId="urn:microsoft.com/office/officeart/2018/2/layout/IconCircleLis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C9B11D-3C98-4C0E-BBBE-046005A9F29B}">
      <dsp:nvSpPr>
        <dsp:cNvPr id="0" name=""/>
        <dsp:cNvSpPr/>
      </dsp:nvSpPr>
      <dsp:spPr>
        <a:xfrm>
          <a:off x="0" y="0"/>
          <a:ext cx="5544690" cy="517478"/>
        </a:xfrm>
        <a:prstGeom prst="roundRect">
          <a:avLst>
            <a:gd name="adj" fmla="val 10000"/>
          </a:avLst>
        </a:prstGeom>
        <a:solidFill>
          <a:schemeClr val="accent2">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Context models</a:t>
          </a:r>
        </a:p>
      </dsp:txBody>
      <dsp:txXfrm>
        <a:off x="15156" y="15156"/>
        <a:ext cx="4925746" cy="487166"/>
      </dsp:txXfrm>
    </dsp:sp>
    <dsp:sp modelId="{C1CC50D2-3D70-4406-9D0E-9022912F6A03}">
      <dsp:nvSpPr>
        <dsp:cNvPr id="0" name=""/>
        <dsp:cNvSpPr/>
      </dsp:nvSpPr>
      <dsp:spPr>
        <a:xfrm>
          <a:off x="414051" y="589351"/>
          <a:ext cx="5544690" cy="517478"/>
        </a:xfrm>
        <a:prstGeom prst="roundRect">
          <a:avLst>
            <a:gd name="adj" fmla="val 10000"/>
          </a:avLst>
        </a:prstGeom>
        <a:solidFill>
          <a:schemeClr val="accent2">
            <a:hueOff val="840789"/>
            <a:satOff val="-893"/>
            <a:lumOff val="686"/>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Interaction models</a:t>
          </a:r>
        </a:p>
      </dsp:txBody>
      <dsp:txXfrm>
        <a:off x="429207" y="604507"/>
        <a:ext cx="4763965" cy="487166"/>
      </dsp:txXfrm>
    </dsp:sp>
    <dsp:sp modelId="{706B41FD-2283-4C35-9C1D-E51BE65773BA}">
      <dsp:nvSpPr>
        <dsp:cNvPr id="0" name=""/>
        <dsp:cNvSpPr/>
      </dsp:nvSpPr>
      <dsp:spPr>
        <a:xfrm>
          <a:off x="828103" y="1178702"/>
          <a:ext cx="5544690" cy="517478"/>
        </a:xfrm>
        <a:prstGeom prst="roundRect">
          <a:avLst>
            <a:gd name="adj" fmla="val 10000"/>
          </a:avLst>
        </a:prstGeom>
        <a:solidFill>
          <a:schemeClr val="accent2">
            <a:hueOff val="1681577"/>
            <a:satOff val="-1786"/>
            <a:lumOff val="1372"/>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Structural models</a:t>
          </a:r>
        </a:p>
      </dsp:txBody>
      <dsp:txXfrm>
        <a:off x="843259" y="1193858"/>
        <a:ext cx="4763965" cy="487166"/>
      </dsp:txXfrm>
    </dsp:sp>
    <dsp:sp modelId="{8248249E-836D-445F-9F68-CDA2F197A026}">
      <dsp:nvSpPr>
        <dsp:cNvPr id="0" name=""/>
        <dsp:cNvSpPr/>
      </dsp:nvSpPr>
      <dsp:spPr>
        <a:xfrm>
          <a:off x="1242154" y="1768053"/>
          <a:ext cx="5544690" cy="517478"/>
        </a:xfrm>
        <a:prstGeom prst="roundRect">
          <a:avLst>
            <a:gd name="adj" fmla="val 10000"/>
          </a:avLst>
        </a:prstGeom>
        <a:solidFill>
          <a:schemeClr val="accent2">
            <a:hueOff val="2522366"/>
            <a:satOff val="-2679"/>
            <a:lumOff val="2059"/>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Behavioral models</a:t>
          </a:r>
        </a:p>
      </dsp:txBody>
      <dsp:txXfrm>
        <a:off x="1257310" y="1783209"/>
        <a:ext cx="4763965" cy="487166"/>
      </dsp:txXfrm>
    </dsp:sp>
    <dsp:sp modelId="{BE23D70A-1AC9-4647-B5A8-335222C31D3C}">
      <dsp:nvSpPr>
        <dsp:cNvPr id="0" name=""/>
        <dsp:cNvSpPr/>
      </dsp:nvSpPr>
      <dsp:spPr>
        <a:xfrm>
          <a:off x="1656206" y="2357404"/>
          <a:ext cx="5544690" cy="517478"/>
        </a:xfrm>
        <a:prstGeom prst="roundRect">
          <a:avLst>
            <a:gd name="adj" fmla="val 10000"/>
          </a:avLst>
        </a:prstGeom>
        <a:solidFill>
          <a:schemeClr val="accent2">
            <a:hueOff val="3363155"/>
            <a:satOff val="-3572"/>
            <a:lumOff val="2745"/>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Model-driven engineering</a:t>
          </a:r>
          <a:r>
            <a:rPr lang="en-GB" sz="2300" kern="1200"/>
            <a:t> </a:t>
          </a:r>
          <a:endParaRPr lang="en-US" sz="2300" kern="1200"/>
        </a:p>
      </dsp:txBody>
      <dsp:txXfrm>
        <a:off x="1671362" y="2372560"/>
        <a:ext cx="4763965" cy="487166"/>
      </dsp:txXfrm>
    </dsp:sp>
    <dsp:sp modelId="{E3508C05-5BD7-448D-9BCB-E67256F28456}">
      <dsp:nvSpPr>
        <dsp:cNvPr id="0" name=""/>
        <dsp:cNvSpPr/>
      </dsp:nvSpPr>
      <dsp:spPr>
        <a:xfrm>
          <a:off x="5208329" y="378047"/>
          <a:ext cx="336361" cy="336361"/>
        </a:xfrm>
        <a:prstGeom prst="downArrow">
          <a:avLst>
            <a:gd name="adj1" fmla="val 55000"/>
            <a:gd name="adj2" fmla="val 45000"/>
          </a:avLst>
        </a:prstGeom>
        <a:solidFill>
          <a:schemeClr val="accent2">
            <a:tint val="40000"/>
            <a:alpha val="90000"/>
            <a:hueOff val="0"/>
            <a:satOff val="0"/>
            <a:lumOff val="0"/>
            <a:alphaOff val="0"/>
          </a:schemeClr>
        </a:solidFill>
        <a:ln w="15875" cap="rnd"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a:off x="5284010" y="378047"/>
        <a:ext cx="184999" cy="253112"/>
      </dsp:txXfrm>
    </dsp:sp>
    <dsp:sp modelId="{02BE6C34-8802-45AC-90F4-DBD95CA690CD}">
      <dsp:nvSpPr>
        <dsp:cNvPr id="0" name=""/>
        <dsp:cNvSpPr/>
      </dsp:nvSpPr>
      <dsp:spPr>
        <a:xfrm>
          <a:off x="5622380" y="967398"/>
          <a:ext cx="336361" cy="336361"/>
        </a:xfrm>
        <a:prstGeom prst="downArrow">
          <a:avLst>
            <a:gd name="adj1" fmla="val 55000"/>
            <a:gd name="adj2" fmla="val 45000"/>
          </a:avLst>
        </a:prstGeom>
        <a:solidFill>
          <a:schemeClr val="accent2">
            <a:tint val="40000"/>
            <a:alpha val="90000"/>
            <a:hueOff val="1394490"/>
            <a:satOff val="476"/>
            <a:lumOff val="146"/>
            <a:alphaOff val="0"/>
          </a:schemeClr>
        </a:solidFill>
        <a:ln w="15875" cap="rnd" cmpd="sng" algn="ctr">
          <a:solidFill>
            <a:schemeClr val="accent2">
              <a:tint val="40000"/>
              <a:alpha val="90000"/>
              <a:hueOff val="1394490"/>
              <a:satOff val="476"/>
              <a:lumOff val="14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a:off x="5698061" y="967398"/>
        <a:ext cx="184999" cy="253112"/>
      </dsp:txXfrm>
    </dsp:sp>
    <dsp:sp modelId="{22D51792-B7C8-498D-8932-C456964BA824}">
      <dsp:nvSpPr>
        <dsp:cNvPr id="0" name=""/>
        <dsp:cNvSpPr/>
      </dsp:nvSpPr>
      <dsp:spPr>
        <a:xfrm>
          <a:off x="6036432" y="1548124"/>
          <a:ext cx="336361" cy="336361"/>
        </a:xfrm>
        <a:prstGeom prst="downArrow">
          <a:avLst>
            <a:gd name="adj1" fmla="val 55000"/>
            <a:gd name="adj2" fmla="val 45000"/>
          </a:avLst>
        </a:prstGeom>
        <a:solidFill>
          <a:schemeClr val="accent2">
            <a:tint val="40000"/>
            <a:alpha val="90000"/>
            <a:hueOff val="2788980"/>
            <a:satOff val="952"/>
            <a:lumOff val="293"/>
            <a:alphaOff val="0"/>
          </a:schemeClr>
        </a:solidFill>
        <a:ln w="15875" cap="rnd" cmpd="sng" algn="ctr">
          <a:solidFill>
            <a:schemeClr val="accent2">
              <a:tint val="40000"/>
              <a:alpha val="90000"/>
              <a:hueOff val="2788980"/>
              <a:satOff val="952"/>
              <a:lumOff val="293"/>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a:off x="6112113" y="1548124"/>
        <a:ext cx="184999" cy="253112"/>
      </dsp:txXfrm>
    </dsp:sp>
    <dsp:sp modelId="{FAAA5093-F856-4042-B584-FB865787FEA7}">
      <dsp:nvSpPr>
        <dsp:cNvPr id="0" name=""/>
        <dsp:cNvSpPr/>
      </dsp:nvSpPr>
      <dsp:spPr>
        <a:xfrm>
          <a:off x="6450484" y="2143225"/>
          <a:ext cx="336361" cy="336361"/>
        </a:xfrm>
        <a:prstGeom prst="downArrow">
          <a:avLst>
            <a:gd name="adj1" fmla="val 55000"/>
            <a:gd name="adj2" fmla="val 45000"/>
          </a:avLst>
        </a:prstGeom>
        <a:solidFill>
          <a:schemeClr val="accent2">
            <a:tint val="40000"/>
            <a:alpha val="90000"/>
            <a:hueOff val="4183470"/>
            <a:satOff val="1428"/>
            <a:lumOff val="439"/>
            <a:alphaOff val="0"/>
          </a:schemeClr>
        </a:solidFill>
        <a:ln w="15875" cap="rnd" cmpd="sng" algn="ctr">
          <a:solidFill>
            <a:schemeClr val="accent2">
              <a:tint val="40000"/>
              <a:alpha val="90000"/>
              <a:hueOff val="4183470"/>
              <a:satOff val="1428"/>
              <a:lumOff val="439"/>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a:off x="6526165" y="2143225"/>
        <a:ext cx="184999" cy="25311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82C209-FB80-426A-9291-2A87E986825D}">
      <dsp:nvSpPr>
        <dsp:cNvPr id="0" name=""/>
        <dsp:cNvSpPr/>
      </dsp:nvSpPr>
      <dsp:spPr>
        <a:xfrm>
          <a:off x="0" y="687535"/>
          <a:ext cx="2025252" cy="1286035"/>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593113E-3D5B-4076-B4F2-2F952DCC3583}">
      <dsp:nvSpPr>
        <dsp:cNvPr id="0" name=""/>
        <dsp:cNvSpPr/>
      </dsp:nvSpPr>
      <dsp:spPr>
        <a:xfrm>
          <a:off x="225028" y="901312"/>
          <a:ext cx="2025252" cy="1286035"/>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System modeling is the process of developing abstract models of a system, with each model presenting a different view or perspective of that system. </a:t>
          </a:r>
        </a:p>
      </dsp:txBody>
      <dsp:txXfrm>
        <a:off x="262695" y="938979"/>
        <a:ext cx="1949918" cy="1210701"/>
      </dsp:txXfrm>
    </dsp:sp>
    <dsp:sp modelId="{55C9BE75-480E-4B2E-AABB-2E0282F6A493}">
      <dsp:nvSpPr>
        <dsp:cNvPr id="0" name=""/>
        <dsp:cNvSpPr/>
      </dsp:nvSpPr>
      <dsp:spPr>
        <a:xfrm>
          <a:off x="2475308" y="687535"/>
          <a:ext cx="2025252" cy="1286035"/>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987656C-0A7A-4374-B0AA-BCBC3D0A942E}">
      <dsp:nvSpPr>
        <dsp:cNvPr id="0" name=""/>
        <dsp:cNvSpPr/>
      </dsp:nvSpPr>
      <dsp:spPr>
        <a:xfrm>
          <a:off x="2700336" y="901312"/>
          <a:ext cx="2025252" cy="1286035"/>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System modeling has now come to mean representing a system using some kind of graphical notation, which is now almost always based on notations in the Unified Modeling Language (UML). </a:t>
          </a:r>
        </a:p>
      </dsp:txBody>
      <dsp:txXfrm>
        <a:off x="2738003" y="938979"/>
        <a:ext cx="1949918" cy="1210701"/>
      </dsp:txXfrm>
    </dsp:sp>
    <dsp:sp modelId="{66CBA3B5-3DCB-4D01-B5A7-AFE6C011FF32}">
      <dsp:nvSpPr>
        <dsp:cNvPr id="0" name=""/>
        <dsp:cNvSpPr/>
      </dsp:nvSpPr>
      <dsp:spPr>
        <a:xfrm>
          <a:off x="4950616" y="687535"/>
          <a:ext cx="2025252" cy="1286035"/>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DA6547A-DF3A-48F7-9F51-814064EE16CB}">
      <dsp:nvSpPr>
        <dsp:cNvPr id="0" name=""/>
        <dsp:cNvSpPr/>
      </dsp:nvSpPr>
      <dsp:spPr>
        <a:xfrm>
          <a:off x="5175644" y="901312"/>
          <a:ext cx="2025252" cy="1286035"/>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kern="1200"/>
            <a:t>System modelling helps the analyst to understand the functionality of the system and models are used to communicate with customers.</a:t>
          </a:r>
          <a:endParaRPr lang="en-US" sz="1200" kern="1200"/>
        </a:p>
      </dsp:txBody>
      <dsp:txXfrm>
        <a:off x="5213311" y="938979"/>
        <a:ext cx="1949918" cy="121070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0AE2845-A673-4ED8-AED7-925232B9CEEA}">
      <dsp:nvSpPr>
        <dsp:cNvPr id="0" name=""/>
        <dsp:cNvSpPr/>
      </dsp:nvSpPr>
      <dsp:spPr>
        <a:xfrm>
          <a:off x="607870" y="203803"/>
          <a:ext cx="961900" cy="9619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6E6C4067-7A5B-4457-A2A4-756DFBA0EA2D}">
      <dsp:nvSpPr>
        <dsp:cNvPr id="0" name=""/>
        <dsp:cNvSpPr/>
      </dsp:nvSpPr>
      <dsp:spPr>
        <a:xfrm>
          <a:off x="20042" y="1535972"/>
          <a:ext cx="2137556" cy="11351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a:t>Models of the existing system are used during requirements engineering. They help clarify what the existing system does and can be used as a basis for discussing its strengths and weaknesses. These then lead to requirements for the new system.</a:t>
          </a:r>
        </a:p>
      </dsp:txBody>
      <dsp:txXfrm>
        <a:off x="20042" y="1535972"/>
        <a:ext cx="2137556" cy="1135107"/>
      </dsp:txXfrm>
    </dsp:sp>
    <dsp:sp modelId="{E9CE01F2-3771-4C73-ADB6-FF993950C6B8}">
      <dsp:nvSpPr>
        <dsp:cNvPr id="0" name=""/>
        <dsp:cNvSpPr/>
      </dsp:nvSpPr>
      <dsp:spPr>
        <a:xfrm>
          <a:off x="3119498" y="203803"/>
          <a:ext cx="961900" cy="9619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F0E70DDE-2C29-47FE-9041-AA7E4FEBEC8F}">
      <dsp:nvSpPr>
        <dsp:cNvPr id="0" name=""/>
        <dsp:cNvSpPr/>
      </dsp:nvSpPr>
      <dsp:spPr>
        <a:xfrm>
          <a:off x="2531670" y="1535972"/>
          <a:ext cx="2137556" cy="11351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a:t>Models of the new system are used during requirements engineering to help explain the proposed requirements to other system stakeholders. Engineers use these models to discuss design proposals and to document the system for implementation. </a:t>
          </a:r>
        </a:p>
      </dsp:txBody>
      <dsp:txXfrm>
        <a:off x="2531670" y="1535972"/>
        <a:ext cx="2137556" cy="1135107"/>
      </dsp:txXfrm>
    </dsp:sp>
    <dsp:sp modelId="{117A679B-1AA4-4AA1-BC8C-9F8A24879563}">
      <dsp:nvSpPr>
        <dsp:cNvPr id="0" name=""/>
        <dsp:cNvSpPr/>
      </dsp:nvSpPr>
      <dsp:spPr>
        <a:xfrm>
          <a:off x="5631126" y="203803"/>
          <a:ext cx="961900" cy="9619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5AC499AB-DAD4-4122-9F43-54288781ED8B}">
      <dsp:nvSpPr>
        <dsp:cNvPr id="0" name=""/>
        <dsp:cNvSpPr/>
      </dsp:nvSpPr>
      <dsp:spPr>
        <a:xfrm>
          <a:off x="5043298" y="1535972"/>
          <a:ext cx="2137556" cy="11351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a:t>In a model-driven engineering process, it is possible to generate a complete or partial system implementation from the system model. </a:t>
          </a:r>
        </a:p>
      </dsp:txBody>
      <dsp:txXfrm>
        <a:off x="5043298" y="1535972"/>
        <a:ext cx="2137556" cy="113510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531AE0-DB55-4DC3-89A4-6E800AF1487F}">
      <dsp:nvSpPr>
        <dsp:cNvPr id="0" name=""/>
        <dsp:cNvSpPr/>
      </dsp:nvSpPr>
      <dsp:spPr>
        <a:xfrm>
          <a:off x="0" y="11841"/>
          <a:ext cx="7200897" cy="673920"/>
        </a:xfrm>
        <a:prstGeom prst="roundRect">
          <a:avLst/>
        </a:prstGeom>
        <a:solidFill>
          <a:schemeClr val="accent2">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An external perspective, where you model the context or environment of the system.</a:t>
          </a:r>
        </a:p>
      </dsp:txBody>
      <dsp:txXfrm>
        <a:off x="32898" y="44739"/>
        <a:ext cx="7135101" cy="608124"/>
      </dsp:txXfrm>
    </dsp:sp>
    <dsp:sp modelId="{B1586954-24B7-4B37-8335-762EB73F17E7}">
      <dsp:nvSpPr>
        <dsp:cNvPr id="0" name=""/>
        <dsp:cNvSpPr/>
      </dsp:nvSpPr>
      <dsp:spPr>
        <a:xfrm>
          <a:off x="0" y="737601"/>
          <a:ext cx="7200897" cy="673920"/>
        </a:xfrm>
        <a:prstGeom prst="roundRect">
          <a:avLst/>
        </a:prstGeom>
        <a:solidFill>
          <a:schemeClr val="accent2">
            <a:hueOff val="1121052"/>
            <a:satOff val="-1191"/>
            <a:lumOff val="915"/>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An interaction perspective, where you model the interactions between a system and its environment, or between the components of a system.</a:t>
          </a:r>
        </a:p>
      </dsp:txBody>
      <dsp:txXfrm>
        <a:off x="32898" y="770499"/>
        <a:ext cx="7135101" cy="608124"/>
      </dsp:txXfrm>
    </dsp:sp>
    <dsp:sp modelId="{B520BF84-E485-4C0F-8D44-B04261A2C476}">
      <dsp:nvSpPr>
        <dsp:cNvPr id="0" name=""/>
        <dsp:cNvSpPr/>
      </dsp:nvSpPr>
      <dsp:spPr>
        <a:xfrm>
          <a:off x="0" y="1463361"/>
          <a:ext cx="7200897" cy="673920"/>
        </a:xfrm>
        <a:prstGeom prst="roundRect">
          <a:avLst/>
        </a:prstGeom>
        <a:solidFill>
          <a:schemeClr val="accent2">
            <a:hueOff val="2242103"/>
            <a:satOff val="-2381"/>
            <a:lumOff val="183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A structural perspective, where you model the organization of a system or the structure of the data that is processed by the system.</a:t>
          </a:r>
        </a:p>
      </dsp:txBody>
      <dsp:txXfrm>
        <a:off x="32898" y="1496259"/>
        <a:ext cx="7135101" cy="608124"/>
      </dsp:txXfrm>
    </dsp:sp>
    <dsp:sp modelId="{57FE74C7-7466-4E7C-BFB6-16C5FD706610}">
      <dsp:nvSpPr>
        <dsp:cNvPr id="0" name=""/>
        <dsp:cNvSpPr/>
      </dsp:nvSpPr>
      <dsp:spPr>
        <a:xfrm>
          <a:off x="0" y="2189121"/>
          <a:ext cx="7200897" cy="673920"/>
        </a:xfrm>
        <a:prstGeom prst="roundRect">
          <a:avLst/>
        </a:prstGeom>
        <a:solidFill>
          <a:schemeClr val="accent2">
            <a:hueOff val="3363155"/>
            <a:satOff val="-3572"/>
            <a:lumOff val="2745"/>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A behavioral perspective, where you model the dynamic behavior of the system and how it responds to events. </a:t>
          </a:r>
        </a:p>
      </dsp:txBody>
      <dsp:txXfrm>
        <a:off x="32898" y="2222019"/>
        <a:ext cx="7135101" cy="60812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04BC6F-15B0-4D6F-8ABD-9A9F941EFEC5}">
      <dsp:nvSpPr>
        <dsp:cNvPr id="0" name=""/>
        <dsp:cNvSpPr/>
      </dsp:nvSpPr>
      <dsp:spPr>
        <a:xfrm>
          <a:off x="0" y="69588"/>
          <a:ext cx="4435656" cy="978120"/>
        </a:xfrm>
        <a:prstGeom prst="roundRect">
          <a:avLst/>
        </a:prstGeom>
        <a:blipFill rotWithShape="1">
          <a:blip xmlns:r="http://schemas.openxmlformats.org/officeDocument/2006/relationships" r:embed="rId1">
            <a:duotone>
              <a:schemeClr val="accent2">
                <a:hueOff val="0"/>
                <a:satOff val="0"/>
                <a:lumOff val="0"/>
                <a:alphaOff val="0"/>
                <a:shade val="74000"/>
                <a:satMod val="130000"/>
                <a:lumMod val="90000"/>
              </a:schemeClr>
              <a:schemeClr val="accent2">
                <a:hueOff val="0"/>
                <a:satOff val="0"/>
                <a:lumOff val="0"/>
                <a:alphaOff val="0"/>
                <a:tint val="94000"/>
                <a:satMod val="120000"/>
                <a:lumMod val="104000"/>
              </a:schemeClr>
            </a:duotone>
          </a:blip>
          <a:tile tx="0" ty="0" sx="100000" sy="100000" flip="none" algn="tl"/>
        </a:blipFill>
        <a:ln>
          <a:noFill/>
        </a:ln>
        <a:effectLst>
          <a:innerShdw blurRad="25400" dist="12700" dir="13500000">
            <a:srgbClr val="000000">
              <a:alpha val="45000"/>
            </a:srgbClr>
          </a:inn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Activity diagrams, which show the activities involved in a process or in data processing .</a:t>
          </a:r>
        </a:p>
      </dsp:txBody>
      <dsp:txXfrm>
        <a:off x="47748" y="117336"/>
        <a:ext cx="4340160" cy="882624"/>
      </dsp:txXfrm>
    </dsp:sp>
    <dsp:sp modelId="{BB8D2FA9-B025-49D0-99C7-A2269BF4F867}">
      <dsp:nvSpPr>
        <dsp:cNvPr id="0" name=""/>
        <dsp:cNvSpPr/>
      </dsp:nvSpPr>
      <dsp:spPr>
        <a:xfrm>
          <a:off x="0" y="1102428"/>
          <a:ext cx="4435656" cy="978120"/>
        </a:xfrm>
        <a:prstGeom prst="roundRect">
          <a:avLst/>
        </a:prstGeom>
        <a:blipFill rotWithShape="1">
          <a:blip xmlns:r="http://schemas.openxmlformats.org/officeDocument/2006/relationships" r:embed="rId1">
            <a:duotone>
              <a:schemeClr val="accent2">
                <a:hueOff val="840789"/>
                <a:satOff val="-893"/>
                <a:lumOff val="686"/>
                <a:alphaOff val="0"/>
                <a:shade val="74000"/>
                <a:satMod val="130000"/>
                <a:lumMod val="90000"/>
              </a:schemeClr>
              <a:schemeClr val="accent2">
                <a:hueOff val="840789"/>
                <a:satOff val="-893"/>
                <a:lumOff val="686"/>
                <a:alphaOff val="0"/>
                <a:tint val="94000"/>
                <a:satMod val="120000"/>
                <a:lumMod val="104000"/>
              </a:schemeClr>
            </a:duotone>
          </a:blip>
          <a:tile tx="0" ty="0" sx="100000" sy="100000" flip="none" algn="tl"/>
        </a:blipFill>
        <a:ln>
          <a:noFill/>
        </a:ln>
        <a:effectLst>
          <a:innerShdw blurRad="25400" dist="12700" dir="13500000">
            <a:srgbClr val="000000">
              <a:alpha val="45000"/>
            </a:srgbClr>
          </a:inn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Use case diagrams, which show the interactions between a system and its environment. </a:t>
          </a:r>
        </a:p>
      </dsp:txBody>
      <dsp:txXfrm>
        <a:off x="47748" y="1150176"/>
        <a:ext cx="4340160" cy="882624"/>
      </dsp:txXfrm>
    </dsp:sp>
    <dsp:sp modelId="{93788B42-D35C-4E27-BEC2-2FB8993C4C7B}">
      <dsp:nvSpPr>
        <dsp:cNvPr id="0" name=""/>
        <dsp:cNvSpPr/>
      </dsp:nvSpPr>
      <dsp:spPr>
        <a:xfrm>
          <a:off x="0" y="2135268"/>
          <a:ext cx="4435656" cy="978120"/>
        </a:xfrm>
        <a:prstGeom prst="roundRect">
          <a:avLst/>
        </a:prstGeom>
        <a:blipFill rotWithShape="1">
          <a:blip xmlns:r="http://schemas.openxmlformats.org/officeDocument/2006/relationships" r:embed="rId1">
            <a:duotone>
              <a:schemeClr val="accent2">
                <a:hueOff val="1681577"/>
                <a:satOff val="-1786"/>
                <a:lumOff val="1372"/>
                <a:alphaOff val="0"/>
                <a:shade val="74000"/>
                <a:satMod val="130000"/>
                <a:lumMod val="90000"/>
              </a:schemeClr>
              <a:schemeClr val="accent2">
                <a:hueOff val="1681577"/>
                <a:satOff val="-1786"/>
                <a:lumOff val="1372"/>
                <a:alphaOff val="0"/>
                <a:tint val="94000"/>
                <a:satMod val="120000"/>
                <a:lumMod val="104000"/>
              </a:schemeClr>
            </a:duotone>
          </a:blip>
          <a:tile tx="0" ty="0" sx="100000" sy="100000" flip="none" algn="tl"/>
        </a:blipFill>
        <a:ln>
          <a:noFill/>
        </a:ln>
        <a:effectLst>
          <a:innerShdw blurRad="25400" dist="12700" dir="13500000">
            <a:srgbClr val="000000">
              <a:alpha val="45000"/>
            </a:srgbClr>
          </a:inn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Sequence diagrams, which show interactions between actors and the system and between system components.</a:t>
          </a:r>
        </a:p>
      </dsp:txBody>
      <dsp:txXfrm>
        <a:off x="47748" y="2183016"/>
        <a:ext cx="4340160" cy="882624"/>
      </dsp:txXfrm>
    </dsp:sp>
    <dsp:sp modelId="{AF9441C0-5C22-4903-B618-6A0419BB9D2C}">
      <dsp:nvSpPr>
        <dsp:cNvPr id="0" name=""/>
        <dsp:cNvSpPr/>
      </dsp:nvSpPr>
      <dsp:spPr>
        <a:xfrm>
          <a:off x="0" y="3168108"/>
          <a:ext cx="4435656" cy="978120"/>
        </a:xfrm>
        <a:prstGeom prst="roundRect">
          <a:avLst/>
        </a:prstGeom>
        <a:blipFill rotWithShape="1">
          <a:blip xmlns:r="http://schemas.openxmlformats.org/officeDocument/2006/relationships" r:embed="rId1">
            <a:duotone>
              <a:schemeClr val="accent2">
                <a:hueOff val="2522366"/>
                <a:satOff val="-2679"/>
                <a:lumOff val="2059"/>
                <a:alphaOff val="0"/>
                <a:shade val="74000"/>
                <a:satMod val="130000"/>
                <a:lumMod val="90000"/>
              </a:schemeClr>
              <a:schemeClr val="accent2">
                <a:hueOff val="2522366"/>
                <a:satOff val="-2679"/>
                <a:lumOff val="2059"/>
                <a:alphaOff val="0"/>
                <a:tint val="94000"/>
                <a:satMod val="120000"/>
                <a:lumMod val="104000"/>
              </a:schemeClr>
            </a:duotone>
          </a:blip>
          <a:tile tx="0" ty="0" sx="100000" sy="100000" flip="none" algn="tl"/>
        </a:blipFill>
        <a:ln>
          <a:noFill/>
        </a:ln>
        <a:effectLst>
          <a:innerShdw blurRad="25400" dist="12700" dir="13500000">
            <a:srgbClr val="000000">
              <a:alpha val="45000"/>
            </a:srgbClr>
          </a:inn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Class diagrams, which show the object classes in the system and the associations between these classes.</a:t>
          </a:r>
        </a:p>
      </dsp:txBody>
      <dsp:txXfrm>
        <a:off x="47748" y="3215856"/>
        <a:ext cx="4340160" cy="882624"/>
      </dsp:txXfrm>
    </dsp:sp>
    <dsp:sp modelId="{D56B8009-348A-4B18-8729-1B5262DA392F}">
      <dsp:nvSpPr>
        <dsp:cNvPr id="0" name=""/>
        <dsp:cNvSpPr/>
      </dsp:nvSpPr>
      <dsp:spPr>
        <a:xfrm>
          <a:off x="0" y="4200948"/>
          <a:ext cx="4435656" cy="978120"/>
        </a:xfrm>
        <a:prstGeom prst="roundRect">
          <a:avLst/>
        </a:prstGeom>
        <a:blipFill rotWithShape="1">
          <a:blip xmlns:r="http://schemas.openxmlformats.org/officeDocument/2006/relationships" r:embed="rId1">
            <a:duotone>
              <a:schemeClr val="accent2">
                <a:hueOff val="3363155"/>
                <a:satOff val="-3572"/>
                <a:lumOff val="2745"/>
                <a:alphaOff val="0"/>
                <a:shade val="74000"/>
                <a:satMod val="130000"/>
                <a:lumMod val="90000"/>
              </a:schemeClr>
              <a:schemeClr val="accent2">
                <a:hueOff val="3363155"/>
                <a:satOff val="-3572"/>
                <a:lumOff val="2745"/>
                <a:alphaOff val="0"/>
                <a:tint val="94000"/>
                <a:satMod val="120000"/>
                <a:lumMod val="104000"/>
              </a:schemeClr>
            </a:duotone>
          </a:blip>
          <a:tile tx="0" ty="0" sx="100000" sy="100000" flip="none" algn="tl"/>
        </a:blipFill>
        <a:ln>
          <a:noFill/>
        </a:ln>
        <a:effectLst>
          <a:innerShdw blurRad="25400" dist="12700" dir="13500000">
            <a:srgbClr val="000000">
              <a:alpha val="45000"/>
            </a:srgbClr>
          </a:inn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State diagrams, which show how the system reacts to internal and external events. </a:t>
          </a:r>
        </a:p>
      </dsp:txBody>
      <dsp:txXfrm>
        <a:off x="47748" y="4248696"/>
        <a:ext cx="4340160" cy="88262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0230EC-2370-4AE1-8C83-76000E0694E9}">
      <dsp:nvSpPr>
        <dsp:cNvPr id="0" name=""/>
        <dsp:cNvSpPr/>
      </dsp:nvSpPr>
      <dsp:spPr>
        <a:xfrm>
          <a:off x="0" y="62703"/>
          <a:ext cx="4435656" cy="1184040"/>
        </a:xfrm>
        <a:prstGeom prst="roundRect">
          <a:avLst/>
        </a:prstGeom>
        <a:blipFill rotWithShape="1">
          <a:blip xmlns:r="http://schemas.openxmlformats.org/officeDocument/2006/relationships" r:embed="rId1">
            <a:duotone>
              <a:schemeClr val="accent2">
                <a:hueOff val="0"/>
                <a:satOff val="0"/>
                <a:lumOff val="0"/>
                <a:alphaOff val="0"/>
                <a:shade val="74000"/>
                <a:satMod val="130000"/>
                <a:lumMod val="90000"/>
              </a:schemeClr>
              <a:schemeClr val="accent2">
                <a:hueOff val="0"/>
                <a:satOff val="0"/>
                <a:lumOff val="0"/>
                <a:alphaOff val="0"/>
                <a:tint val="94000"/>
                <a:satMod val="120000"/>
                <a:lumMod val="104000"/>
              </a:schemeClr>
            </a:duotone>
          </a:blip>
          <a:tile tx="0" ty="0" sx="100000" sy="100000" flip="none" algn="tl"/>
        </a:blipFill>
        <a:ln>
          <a:noFill/>
        </a:ln>
        <a:effectLst>
          <a:innerShdw blurRad="25400" dist="12700" dir="13500000">
            <a:srgbClr val="000000">
              <a:alpha val="45000"/>
            </a:srgbClr>
          </a:innerShdw>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As a means of facilitating discussion about an existing or proposed system</a:t>
          </a:r>
        </a:p>
      </dsp:txBody>
      <dsp:txXfrm>
        <a:off x="57800" y="120503"/>
        <a:ext cx="4320056" cy="1068440"/>
      </dsp:txXfrm>
    </dsp:sp>
    <dsp:sp modelId="{D26FC42D-7D22-40BE-B279-9282529C6C00}">
      <dsp:nvSpPr>
        <dsp:cNvPr id="0" name=""/>
        <dsp:cNvSpPr/>
      </dsp:nvSpPr>
      <dsp:spPr>
        <a:xfrm>
          <a:off x="0" y="1246743"/>
          <a:ext cx="4435656" cy="5237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0832"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n-US" sz="1800" kern="1200"/>
            <a:t>Incomplete and incorrect models are OK as their role is to support discussion.</a:t>
          </a:r>
        </a:p>
      </dsp:txBody>
      <dsp:txXfrm>
        <a:off x="0" y="1246743"/>
        <a:ext cx="4435656" cy="523710"/>
      </dsp:txXfrm>
    </dsp:sp>
    <dsp:sp modelId="{6842D8C3-4400-459E-8A11-C76FF2C48610}">
      <dsp:nvSpPr>
        <dsp:cNvPr id="0" name=""/>
        <dsp:cNvSpPr/>
      </dsp:nvSpPr>
      <dsp:spPr>
        <a:xfrm>
          <a:off x="0" y="1770453"/>
          <a:ext cx="4435656" cy="1184040"/>
        </a:xfrm>
        <a:prstGeom prst="roundRect">
          <a:avLst/>
        </a:prstGeom>
        <a:blipFill rotWithShape="1">
          <a:blip xmlns:r="http://schemas.openxmlformats.org/officeDocument/2006/relationships" r:embed="rId1">
            <a:duotone>
              <a:schemeClr val="accent2">
                <a:hueOff val="1681577"/>
                <a:satOff val="-1786"/>
                <a:lumOff val="1372"/>
                <a:alphaOff val="0"/>
                <a:shade val="74000"/>
                <a:satMod val="130000"/>
                <a:lumMod val="90000"/>
              </a:schemeClr>
              <a:schemeClr val="accent2">
                <a:hueOff val="1681577"/>
                <a:satOff val="-1786"/>
                <a:lumOff val="1372"/>
                <a:alphaOff val="0"/>
                <a:tint val="94000"/>
                <a:satMod val="120000"/>
                <a:lumMod val="104000"/>
              </a:schemeClr>
            </a:duotone>
          </a:blip>
          <a:tile tx="0" ty="0" sx="100000" sy="100000" flip="none" algn="tl"/>
        </a:blipFill>
        <a:ln>
          <a:noFill/>
        </a:ln>
        <a:effectLst>
          <a:innerShdw blurRad="25400" dist="12700" dir="13500000">
            <a:srgbClr val="000000">
              <a:alpha val="45000"/>
            </a:srgbClr>
          </a:innerShdw>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As a way of documenting an existing system</a:t>
          </a:r>
        </a:p>
      </dsp:txBody>
      <dsp:txXfrm>
        <a:off x="57800" y="1828253"/>
        <a:ext cx="4320056" cy="1068440"/>
      </dsp:txXfrm>
    </dsp:sp>
    <dsp:sp modelId="{2B54279A-1FD0-448E-89A3-22A38F276C59}">
      <dsp:nvSpPr>
        <dsp:cNvPr id="0" name=""/>
        <dsp:cNvSpPr/>
      </dsp:nvSpPr>
      <dsp:spPr>
        <a:xfrm>
          <a:off x="0" y="2954493"/>
          <a:ext cx="4435656" cy="5237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0832"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n-US" sz="1800" kern="1200"/>
            <a:t>Models should be an accurate representation of the system but need not be complete.</a:t>
          </a:r>
        </a:p>
      </dsp:txBody>
      <dsp:txXfrm>
        <a:off x="0" y="2954493"/>
        <a:ext cx="4435656" cy="523710"/>
      </dsp:txXfrm>
    </dsp:sp>
    <dsp:sp modelId="{7279747A-24AB-4FCD-BD33-60AEAC65A021}">
      <dsp:nvSpPr>
        <dsp:cNvPr id="0" name=""/>
        <dsp:cNvSpPr/>
      </dsp:nvSpPr>
      <dsp:spPr>
        <a:xfrm>
          <a:off x="0" y="3478203"/>
          <a:ext cx="4435656" cy="1184040"/>
        </a:xfrm>
        <a:prstGeom prst="roundRect">
          <a:avLst/>
        </a:prstGeom>
        <a:blipFill rotWithShape="1">
          <a:blip xmlns:r="http://schemas.openxmlformats.org/officeDocument/2006/relationships" r:embed="rId1">
            <a:duotone>
              <a:schemeClr val="accent2">
                <a:hueOff val="3363155"/>
                <a:satOff val="-3572"/>
                <a:lumOff val="2745"/>
                <a:alphaOff val="0"/>
                <a:shade val="74000"/>
                <a:satMod val="130000"/>
                <a:lumMod val="90000"/>
              </a:schemeClr>
              <a:schemeClr val="accent2">
                <a:hueOff val="3363155"/>
                <a:satOff val="-3572"/>
                <a:lumOff val="2745"/>
                <a:alphaOff val="0"/>
                <a:tint val="94000"/>
                <a:satMod val="120000"/>
                <a:lumMod val="104000"/>
              </a:schemeClr>
            </a:duotone>
          </a:blip>
          <a:tile tx="0" ty="0" sx="100000" sy="100000" flip="none" algn="tl"/>
        </a:blipFill>
        <a:ln>
          <a:noFill/>
        </a:ln>
        <a:effectLst>
          <a:innerShdw blurRad="25400" dist="12700" dir="13500000">
            <a:srgbClr val="000000">
              <a:alpha val="45000"/>
            </a:srgbClr>
          </a:innerShdw>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As a detailed system description that can be used to generate a system implementation</a:t>
          </a:r>
        </a:p>
      </dsp:txBody>
      <dsp:txXfrm>
        <a:off x="57800" y="3536003"/>
        <a:ext cx="4320056" cy="1068440"/>
      </dsp:txXfrm>
    </dsp:sp>
    <dsp:sp modelId="{2C1D14E2-76E1-4D57-8035-CEB6F00074C0}">
      <dsp:nvSpPr>
        <dsp:cNvPr id="0" name=""/>
        <dsp:cNvSpPr/>
      </dsp:nvSpPr>
      <dsp:spPr>
        <a:xfrm>
          <a:off x="0" y="4662243"/>
          <a:ext cx="4435656" cy="5237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0832"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n-US" sz="1800" kern="1200"/>
            <a:t>Models have to be both correct and complete.</a:t>
          </a:r>
        </a:p>
      </dsp:txBody>
      <dsp:txXfrm>
        <a:off x="0" y="4662243"/>
        <a:ext cx="4435656" cy="52371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E3213E-6287-4F08-AF34-710CA2B0819B}">
      <dsp:nvSpPr>
        <dsp:cNvPr id="0" name=""/>
        <dsp:cNvSpPr/>
      </dsp:nvSpPr>
      <dsp:spPr>
        <a:xfrm>
          <a:off x="0" y="640"/>
          <a:ext cx="4435656" cy="1499250"/>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69D5DB2-5E26-441B-AF1E-9799611C2FBD}">
      <dsp:nvSpPr>
        <dsp:cNvPr id="0" name=""/>
        <dsp:cNvSpPr/>
      </dsp:nvSpPr>
      <dsp:spPr>
        <a:xfrm>
          <a:off x="453523" y="337971"/>
          <a:ext cx="824587" cy="82458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624B2E92-3591-4BE8-889C-E81F262C3A77}">
      <dsp:nvSpPr>
        <dsp:cNvPr id="0" name=""/>
        <dsp:cNvSpPr/>
      </dsp:nvSpPr>
      <dsp:spPr>
        <a:xfrm>
          <a:off x="1731633" y="640"/>
          <a:ext cx="2704022" cy="14992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8671" tIns="158671" rIns="158671" bIns="158671" numCol="1" spcCol="1270" anchor="ctr" anchorCtr="0">
          <a:noAutofit/>
        </a:bodyPr>
        <a:lstStyle/>
        <a:p>
          <a:pPr marL="0" lvl="0" indent="0" algn="l" defTabSz="755650">
            <a:lnSpc>
              <a:spcPct val="90000"/>
            </a:lnSpc>
            <a:spcBef>
              <a:spcPct val="0"/>
            </a:spcBef>
            <a:spcAft>
              <a:spcPct val="35000"/>
            </a:spcAft>
            <a:buNone/>
          </a:pPr>
          <a:r>
            <a:rPr lang="en-GB" sz="1700" kern="1200"/>
            <a:t>Context models are used to illustrate the operational context of a system - they show what lies outside the system boundaries.</a:t>
          </a:r>
          <a:endParaRPr lang="en-US" sz="1700" kern="1200"/>
        </a:p>
      </dsp:txBody>
      <dsp:txXfrm>
        <a:off x="1731633" y="640"/>
        <a:ext cx="2704022" cy="1499250"/>
      </dsp:txXfrm>
    </dsp:sp>
    <dsp:sp modelId="{9F8A1172-CDDB-42BD-8F56-8B805FB469D1}">
      <dsp:nvSpPr>
        <dsp:cNvPr id="0" name=""/>
        <dsp:cNvSpPr/>
      </dsp:nvSpPr>
      <dsp:spPr>
        <a:xfrm>
          <a:off x="0" y="1874703"/>
          <a:ext cx="4435656" cy="1499250"/>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C64A624-3EA4-4D29-B7BF-B8A871654239}">
      <dsp:nvSpPr>
        <dsp:cNvPr id="0" name=""/>
        <dsp:cNvSpPr/>
      </dsp:nvSpPr>
      <dsp:spPr>
        <a:xfrm>
          <a:off x="453523" y="2212034"/>
          <a:ext cx="824587" cy="82458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33A5BE13-5A8C-419A-88D4-DB5816BE8E87}">
      <dsp:nvSpPr>
        <dsp:cNvPr id="0" name=""/>
        <dsp:cNvSpPr/>
      </dsp:nvSpPr>
      <dsp:spPr>
        <a:xfrm>
          <a:off x="1731633" y="1874703"/>
          <a:ext cx="2704022" cy="14992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8671" tIns="158671" rIns="158671" bIns="158671" numCol="1" spcCol="1270" anchor="ctr" anchorCtr="0">
          <a:noAutofit/>
        </a:bodyPr>
        <a:lstStyle/>
        <a:p>
          <a:pPr marL="0" lvl="0" indent="0" algn="l" defTabSz="755650">
            <a:lnSpc>
              <a:spcPct val="90000"/>
            </a:lnSpc>
            <a:spcBef>
              <a:spcPct val="0"/>
            </a:spcBef>
            <a:spcAft>
              <a:spcPct val="35000"/>
            </a:spcAft>
            <a:buNone/>
          </a:pPr>
          <a:r>
            <a:rPr lang="en-GB" sz="1700" kern="1200"/>
            <a:t>Social and organisational concerns may affect the decision on where to position system boundaries.</a:t>
          </a:r>
          <a:endParaRPr lang="en-US" sz="1700" kern="1200"/>
        </a:p>
      </dsp:txBody>
      <dsp:txXfrm>
        <a:off x="1731633" y="1874703"/>
        <a:ext cx="2704022" cy="1499250"/>
      </dsp:txXfrm>
    </dsp:sp>
    <dsp:sp modelId="{8F598F28-6879-4944-B51E-DF416C80B241}">
      <dsp:nvSpPr>
        <dsp:cNvPr id="0" name=""/>
        <dsp:cNvSpPr/>
      </dsp:nvSpPr>
      <dsp:spPr>
        <a:xfrm>
          <a:off x="0" y="3748766"/>
          <a:ext cx="4435656" cy="1499250"/>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9D4D5D7-0799-4F6A-A84C-D4DB7EBD48C9}">
      <dsp:nvSpPr>
        <dsp:cNvPr id="0" name=""/>
        <dsp:cNvSpPr/>
      </dsp:nvSpPr>
      <dsp:spPr>
        <a:xfrm>
          <a:off x="453523" y="4086097"/>
          <a:ext cx="824587" cy="82458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C433D983-CFB9-463F-AA32-6434FA44102F}">
      <dsp:nvSpPr>
        <dsp:cNvPr id="0" name=""/>
        <dsp:cNvSpPr/>
      </dsp:nvSpPr>
      <dsp:spPr>
        <a:xfrm>
          <a:off x="1731633" y="3748766"/>
          <a:ext cx="2704022" cy="14992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8671" tIns="158671" rIns="158671" bIns="158671" numCol="1" spcCol="1270" anchor="ctr" anchorCtr="0">
          <a:noAutofit/>
        </a:bodyPr>
        <a:lstStyle/>
        <a:p>
          <a:pPr marL="0" lvl="0" indent="0" algn="l" defTabSz="755650">
            <a:lnSpc>
              <a:spcPct val="90000"/>
            </a:lnSpc>
            <a:spcBef>
              <a:spcPct val="0"/>
            </a:spcBef>
            <a:spcAft>
              <a:spcPct val="35000"/>
            </a:spcAft>
            <a:buNone/>
          </a:pPr>
          <a:r>
            <a:rPr lang="en-GB" sz="1700" kern="1200"/>
            <a:t>Architectural models show the system and its relationship with other systems.</a:t>
          </a:r>
          <a:endParaRPr lang="en-US" sz="1700" kern="1200"/>
        </a:p>
      </dsp:txBody>
      <dsp:txXfrm>
        <a:off x="1731633" y="3748766"/>
        <a:ext cx="2704022" cy="149925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192BFA-8714-4D0C-AC1A-8B4A2B6B68FE}">
      <dsp:nvSpPr>
        <dsp:cNvPr id="0" name=""/>
        <dsp:cNvSpPr/>
      </dsp:nvSpPr>
      <dsp:spPr>
        <a:xfrm>
          <a:off x="0" y="53388"/>
          <a:ext cx="4435656" cy="1184040"/>
        </a:xfrm>
        <a:prstGeom prst="roundRect">
          <a:avLst/>
        </a:prstGeom>
        <a:blipFill rotWithShape="1">
          <a:blip xmlns:r="http://schemas.openxmlformats.org/officeDocument/2006/relationships" r:embed="rId1">
            <a:duotone>
              <a:schemeClr val="accent2">
                <a:hueOff val="0"/>
                <a:satOff val="0"/>
                <a:lumOff val="0"/>
                <a:alphaOff val="0"/>
                <a:shade val="74000"/>
                <a:satMod val="130000"/>
                <a:lumMod val="90000"/>
              </a:schemeClr>
              <a:schemeClr val="accent2">
                <a:hueOff val="0"/>
                <a:satOff val="0"/>
                <a:lumOff val="0"/>
                <a:alphaOff val="0"/>
                <a:tint val="94000"/>
                <a:satMod val="120000"/>
                <a:lumMod val="104000"/>
              </a:schemeClr>
            </a:duotone>
          </a:blip>
          <a:tile tx="0" ty="0" sx="100000" sy="100000" flip="none" algn="tl"/>
        </a:blipFill>
        <a:ln>
          <a:noFill/>
        </a:ln>
        <a:effectLst>
          <a:innerShdw blurRad="25400" dist="12700" dir="13500000">
            <a:srgbClr val="000000">
              <a:alpha val="45000"/>
            </a:srgbClr>
          </a:innerShdw>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System boundaries are established to define what is inside and what is outside the system.</a:t>
          </a:r>
        </a:p>
      </dsp:txBody>
      <dsp:txXfrm>
        <a:off x="57800" y="111188"/>
        <a:ext cx="4320056" cy="1068440"/>
      </dsp:txXfrm>
    </dsp:sp>
    <dsp:sp modelId="{3BC1EF77-A47B-424E-B9E6-16DB5C91EE46}">
      <dsp:nvSpPr>
        <dsp:cNvPr id="0" name=""/>
        <dsp:cNvSpPr/>
      </dsp:nvSpPr>
      <dsp:spPr>
        <a:xfrm>
          <a:off x="0" y="1237428"/>
          <a:ext cx="4435656" cy="5237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0832"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n-US" sz="1800" kern="1200"/>
            <a:t>They show other systems that are used or depend on the system being developed.</a:t>
          </a:r>
        </a:p>
      </dsp:txBody>
      <dsp:txXfrm>
        <a:off x="0" y="1237428"/>
        <a:ext cx="4435656" cy="523710"/>
      </dsp:txXfrm>
    </dsp:sp>
    <dsp:sp modelId="{9B8C0A1D-B532-4137-9164-48DAA04C0BA9}">
      <dsp:nvSpPr>
        <dsp:cNvPr id="0" name=""/>
        <dsp:cNvSpPr/>
      </dsp:nvSpPr>
      <dsp:spPr>
        <a:xfrm>
          <a:off x="0" y="1761138"/>
          <a:ext cx="4435656" cy="1184040"/>
        </a:xfrm>
        <a:prstGeom prst="roundRect">
          <a:avLst/>
        </a:prstGeom>
        <a:blipFill rotWithShape="1">
          <a:blip xmlns:r="http://schemas.openxmlformats.org/officeDocument/2006/relationships" r:embed="rId1">
            <a:duotone>
              <a:schemeClr val="accent2">
                <a:hueOff val="1681577"/>
                <a:satOff val="-1786"/>
                <a:lumOff val="1372"/>
                <a:alphaOff val="0"/>
                <a:shade val="74000"/>
                <a:satMod val="130000"/>
                <a:lumMod val="90000"/>
              </a:schemeClr>
              <a:schemeClr val="accent2">
                <a:hueOff val="1681577"/>
                <a:satOff val="-1786"/>
                <a:lumOff val="1372"/>
                <a:alphaOff val="0"/>
                <a:tint val="94000"/>
                <a:satMod val="120000"/>
                <a:lumMod val="104000"/>
              </a:schemeClr>
            </a:duotone>
          </a:blip>
          <a:tile tx="0" ty="0" sx="100000" sy="100000" flip="none" algn="tl"/>
        </a:blipFill>
        <a:ln>
          <a:noFill/>
        </a:ln>
        <a:effectLst>
          <a:innerShdw blurRad="25400" dist="12700" dir="13500000">
            <a:srgbClr val="000000">
              <a:alpha val="45000"/>
            </a:srgbClr>
          </a:innerShdw>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The position of the system boundary has a profound effect on the system requirements. </a:t>
          </a:r>
        </a:p>
      </dsp:txBody>
      <dsp:txXfrm>
        <a:off x="57800" y="1818938"/>
        <a:ext cx="4320056" cy="1068440"/>
      </dsp:txXfrm>
    </dsp:sp>
    <dsp:sp modelId="{C9E67DAA-6C63-4E93-89FE-4B9AA69A4460}">
      <dsp:nvSpPr>
        <dsp:cNvPr id="0" name=""/>
        <dsp:cNvSpPr/>
      </dsp:nvSpPr>
      <dsp:spPr>
        <a:xfrm>
          <a:off x="0" y="3011418"/>
          <a:ext cx="4435656" cy="1184040"/>
        </a:xfrm>
        <a:prstGeom prst="roundRect">
          <a:avLst/>
        </a:prstGeom>
        <a:blipFill rotWithShape="1">
          <a:blip xmlns:r="http://schemas.openxmlformats.org/officeDocument/2006/relationships" r:embed="rId1">
            <a:duotone>
              <a:schemeClr val="accent2">
                <a:hueOff val="3363155"/>
                <a:satOff val="-3572"/>
                <a:lumOff val="2745"/>
                <a:alphaOff val="0"/>
                <a:shade val="74000"/>
                <a:satMod val="130000"/>
                <a:lumMod val="90000"/>
              </a:schemeClr>
              <a:schemeClr val="accent2">
                <a:hueOff val="3363155"/>
                <a:satOff val="-3572"/>
                <a:lumOff val="2745"/>
                <a:alphaOff val="0"/>
                <a:tint val="94000"/>
                <a:satMod val="120000"/>
                <a:lumMod val="104000"/>
              </a:schemeClr>
            </a:duotone>
          </a:blip>
          <a:tile tx="0" ty="0" sx="100000" sy="100000" flip="none" algn="tl"/>
        </a:blipFill>
        <a:ln>
          <a:noFill/>
        </a:ln>
        <a:effectLst>
          <a:innerShdw blurRad="25400" dist="12700" dir="13500000">
            <a:srgbClr val="000000">
              <a:alpha val="45000"/>
            </a:srgbClr>
          </a:innerShdw>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Defining a system boundary is a political judgment</a:t>
          </a:r>
        </a:p>
      </dsp:txBody>
      <dsp:txXfrm>
        <a:off x="57800" y="3069218"/>
        <a:ext cx="4320056" cy="1068440"/>
      </dsp:txXfrm>
    </dsp:sp>
    <dsp:sp modelId="{1988CACD-9D56-4ACB-822C-3204217C769E}">
      <dsp:nvSpPr>
        <dsp:cNvPr id="0" name=""/>
        <dsp:cNvSpPr/>
      </dsp:nvSpPr>
      <dsp:spPr>
        <a:xfrm>
          <a:off x="0" y="4195458"/>
          <a:ext cx="4435656" cy="9998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0832"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n-US" sz="1800" kern="1200"/>
            <a:t>There may be pressures to develop system boundaries that increase / decrease the influence or workload of different parts of an organization.</a:t>
          </a:r>
        </a:p>
      </dsp:txBody>
      <dsp:txXfrm>
        <a:off x="0" y="4195458"/>
        <a:ext cx="4435656" cy="99981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DB33027-F4B3-49FF-B0E5-C7307D7E03B9}">
      <dsp:nvSpPr>
        <dsp:cNvPr id="0" name=""/>
        <dsp:cNvSpPr/>
      </dsp:nvSpPr>
      <dsp:spPr>
        <a:xfrm>
          <a:off x="0" y="640"/>
          <a:ext cx="4435656" cy="1499250"/>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30CF83E-DB6E-4239-8793-F8BB61F2E393}">
      <dsp:nvSpPr>
        <dsp:cNvPr id="0" name=""/>
        <dsp:cNvSpPr/>
      </dsp:nvSpPr>
      <dsp:spPr>
        <a:xfrm>
          <a:off x="453523" y="337971"/>
          <a:ext cx="824587" cy="82458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51524279-50FA-4A40-A6CB-2B2D855CBDD2}">
      <dsp:nvSpPr>
        <dsp:cNvPr id="0" name=""/>
        <dsp:cNvSpPr/>
      </dsp:nvSpPr>
      <dsp:spPr>
        <a:xfrm>
          <a:off x="1731633" y="640"/>
          <a:ext cx="2704022" cy="14992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8671" tIns="158671" rIns="158671" bIns="158671" numCol="1" spcCol="1270" anchor="ctr" anchorCtr="0">
          <a:noAutofit/>
        </a:bodyPr>
        <a:lstStyle/>
        <a:p>
          <a:pPr marL="0" lvl="0" indent="0" algn="l" defTabSz="711200">
            <a:lnSpc>
              <a:spcPct val="90000"/>
            </a:lnSpc>
            <a:spcBef>
              <a:spcPct val="0"/>
            </a:spcBef>
            <a:spcAft>
              <a:spcPct val="35000"/>
            </a:spcAft>
            <a:buNone/>
          </a:pPr>
          <a:r>
            <a:rPr lang="en-US" sz="1600" kern="1200"/>
            <a:t>Context models simply show the other systems in the environment, not how the system being developed is used in that environment.</a:t>
          </a:r>
        </a:p>
      </dsp:txBody>
      <dsp:txXfrm>
        <a:off x="1731633" y="640"/>
        <a:ext cx="2704022" cy="1499250"/>
      </dsp:txXfrm>
    </dsp:sp>
    <dsp:sp modelId="{61731A73-B3E6-4508-ACBE-34DD9785E61D}">
      <dsp:nvSpPr>
        <dsp:cNvPr id="0" name=""/>
        <dsp:cNvSpPr/>
      </dsp:nvSpPr>
      <dsp:spPr>
        <a:xfrm>
          <a:off x="0" y="1874703"/>
          <a:ext cx="4435656" cy="1499250"/>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3A9E5D6-1883-40B7-A492-A7BB9CE066E2}">
      <dsp:nvSpPr>
        <dsp:cNvPr id="0" name=""/>
        <dsp:cNvSpPr/>
      </dsp:nvSpPr>
      <dsp:spPr>
        <a:xfrm>
          <a:off x="453523" y="2212034"/>
          <a:ext cx="824587" cy="82458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DD694B92-9BE4-419F-A56D-2308A81A103C}">
      <dsp:nvSpPr>
        <dsp:cNvPr id="0" name=""/>
        <dsp:cNvSpPr/>
      </dsp:nvSpPr>
      <dsp:spPr>
        <a:xfrm>
          <a:off x="1731633" y="1874703"/>
          <a:ext cx="2704022" cy="14992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8671" tIns="158671" rIns="158671" bIns="158671" numCol="1" spcCol="1270" anchor="ctr" anchorCtr="0">
          <a:noAutofit/>
        </a:bodyPr>
        <a:lstStyle/>
        <a:p>
          <a:pPr marL="0" lvl="0" indent="0" algn="l" defTabSz="711200">
            <a:lnSpc>
              <a:spcPct val="90000"/>
            </a:lnSpc>
            <a:spcBef>
              <a:spcPct val="0"/>
            </a:spcBef>
            <a:spcAft>
              <a:spcPct val="35000"/>
            </a:spcAft>
            <a:buNone/>
          </a:pPr>
          <a:r>
            <a:rPr lang="en-US" sz="1600" kern="1200"/>
            <a:t>Process models reveal how the system being developed is used in broader business processes.</a:t>
          </a:r>
        </a:p>
      </dsp:txBody>
      <dsp:txXfrm>
        <a:off x="1731633" y="1874703"/>
        <a:ext cx="2704022" cy="1499250"/>
      </dsp:txXfrm>
    </dsp:sp>
    <dsp:sp modelId="{9064EC81-04DC-449F-9238-23D6D3A27126}">
      <dsp:nvSpPr>
        <dsp:cNvPr id="0" name=""/>
        <dsp:cNvSpPr/>
      </dsp:nvSpPr>
      <dsp:spPr>
        <a:xfrm>
          <a:off x="0" y="3748766"/>
          <a:ext cx="4435656" cy="1499250"/>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DD693EC-EF5E-4108-841A-682D5F5D5583}">
      <dsp:nvSpPr>
        <dsp:cNvPr id="0" name=""/>
        <dsp:cNvSpPr/>
      </dsp:nvSpPr>
      <dsp:spPr>
        <a:xfrm>
          <a:off x="453523" y="4086097"/>
          <a:ext cx="824587" cy="82458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FACD6557-82EB-4665-ACAF-62081354CB51}">
      <dsp:nvSpPr>
        <dsp:cNvPr id="0" name=""/>
        <dsp:cNvSpPr/>
      </dsp:nvSpPr>
      <dsp:spPr>
        <a:xfrm>
          <a:off x="1731633" y="3748766"/>
          <a:ext cx="2704022" cy="14992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8671" tIns="158671" rIns="158671" bIns="158671" numCol="1" spcCol="1270" anchor="ctr" anchorCtr="0">
          <a:noAutofit/>
        </a:bodyPr>
        <a:lstStyle/>
        <a:p>
          <a:pPr marL="0" lvl="0" indent="0" algn="l" defTabSz="711200">
            <a:lnSpc>
              <a:spcPct val="90000"/>
            </a:lnSpc>
            <a:spcBef>
              <a:spcPct val="0"/>
            </a:spcBef>
            <a:spcAft>
              <a:spcPct val="35000"/>
            </a:spcAft>
            <a:buNone/>
          </a:pPr>
          <a:r>
            <a:rPr lang="en-US" sz="1600" kern="1200"/>
            <a:t>UML activity diagrams may be used to define business process models.</a:t>
          </a:r>
        </a:p>
      </dsp:txBody>
      <dsp:txXfrm>
        <a:off x="1731633" y="3748766"/>
        <a:ext cx="2704022" cy="149925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744213-842C-4164-8A83-D832954C9811}">
      <dsp:nvSpPr>
        <dsp:cNvPr id="0" name=""/>
        <dsp:cNvSpPr/>
      </dsp:nvSpPr>
      <dsp:spPr>
        <a:xfrm>
          <a:off x="0" y="35816"/>
          <a:ext cx="4435656" cy="1253216"/>
        </a:xfrm>
        <a:prstGeom prst="roundRect">
          <a:avLst/>
        </a:prstGeom>
        <a:blipFill rotWithShape="1">
          <a:blip xmlns:r="http://schemas.openxmlformats.org/officeDocument/2006/relationships" r:embed="rId1">
            <a:duotone>
              <a:schemeClr val="accent2">
                <a:hueOff val="0"/>
                <a:satOff val="0"/>
                <a:lumOff val="0"/>
                <a:alphaOff val="0"/>
                <a:shade val="74000"/>
                <a:satMod val="130000"/>
                <a:lumMod val="90000"/>
              </a:schemeClr>
              <a:schemeClr val="accent2">
                <a:hueOff val="0"/>
                <a:satOff val="0"/>
                <a:lumOff val="0"/>
                <a:alphaOff val="0"/>
                <a:tint val="94000"/>
                <a:satMod val="120000"/>
                <a:lumMod val="104000"/>
              </a:schemeClr>
            </a:duotone>
          </a:blip>
          <a:tile tx="0" ty="0" sx="100000" sy="100000" flip="none" algn="tl"/>
        </a:blipFill>
        <a:ln>
          <a:noFill/>
        </a:ln>
        <a:effectLst>
          <a:innerShdw blurRad="25400" dist="12700" dir="13500000">
            <a:srgbClr val="000000">
              <a:alpha val="45000"/>
            </a:srgbClr>
          </a:inn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Modeling user interaction is important as it helps to identify user requirements. </a:t>
          </a:r>
        </a:p>
      </dsp:txBody>
      <dsp:txXfrm>
        <a:off x="61177" y="96993"/>
        <a:ext cx="4313302" cy="1130862"/>
      </dsp:txXfrm>
    </dsp:sp>
    <dsp:sp modelId="{2A4D5C5A-67EA-4FC6-99DF-4EFB2033AE2C}">
      <dsp:nvSpPr>
        <dsp:cNvPr id="0" name=""/>
        <dsp:cNvSpPr/>
      </dsp:nvSpPr>
      <dsp:spPr>
        <a:xfrm>
          <a:off x="0" y="1343752"/>
          <a:ext cx="4435656" cy="1253216"/>
        </a:xfrm>
        <a:prstGeom prst="roundRect">
          <a:avLst/>
        </a:prstGeom>
        <a:blipFill rotWithShape="1">
          <a:blip xmlns:r="http://schemas.openxmlformats.org/officeDocument/2006/relationships" r:embed="rId1">
            <a:duotone>
              <a:schemeClr val="accent2">
                <a:hueOff val="1121052"/>
                <a:satOff val="-1191"/>
                <a:lumOff val="915"/>
                <a:alphaOff val="0"/>
                <a:shade val="74000"/>
                <a:satMod val="130000"/>
                <a:lumMod val="90000"/>
              </a:schemeClr>
              <a:schemeClr val="accent2">
                <a:hueOff val="1121052"/>
                <a:satOff val="-1191"/>
                <a:lumOff val="915"/>
                <a:alphaOff val="0"/>
                <a:tint val="94000"/>
                <a:satMod val="120000"/>
                <a:lumMod val="104000"/>
              </a:schemeClr>
            </a:duotone>
          </a:blip>
          <a:tile tx="0" ty="0" sx="100000" sy="100000" flip="none" algn="tl"/>
        </a:blipFill>
        <a:ln>
          <a:noFill/>
        </a:ln>
        <a:effectLst>
          <a:innerShdw blurRad="25400" dist="12700" dir="13500000">
            <a:srgbClr val="000000">
              <a:alpha val="45000"/>
            </a:srgbClr>
          </a:inn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Modeling system-to-system interaction highlights the communication problems that may arise. </a:t>
          </a:r>
        </a:p>
      </dsp:txBody>
      <dsp:txXfrm>
        <a:off x="61177" y="1404929"/>
        <a:ext cx="4313302" cy="1130862"/>
      </dsp:txXfrm>
    </dsp:sp>
    <dsp:sp modelId="{22288BB9-D9CA-48F9-BBCF-0C5BAD579FCF}">
      <dsp:nvSpPr>
        <dsp:cNvPr id="0" name=""/>
        <dsp:cNvSpPr/>
      </dsp:nvSpPr>
      <dsp:spPr>
        <a:xfrm>
          <a:off x="0" y="2651688"/>
          <a:ext cx="4435656" cy="1253216"/>
        </a:xfrm>
        <a:prstGeom prst="roundRect">
          <a:avLst/>
        </a:prstGeom>
        <a:blipFill rotWithShape="1">
          <a:blip xmlns:r="http://schemas.openxmlformats.org/officeDocument/2006/relationships" r:embed="rId1">
            <a:duotone>
              <a:schemeClr val="accent2">
                <a:hueOff val="2242103"/>
                <a:satOff val="-2381"/>
                <a:lumOff val="1830"/>
                <a:alphaOff val="0"/>
                <a:shade val="74000"/>
                <a:satMod val="130000"/>
                <a:lumMod val="90000"/>
              </a:schemeClr>
              <a:schemeClr val="accent2">
                <a:hueOff val="2242103"/>
                <a:satOff val="-2381"/>
                <a:lumOff val="1830"/>
                <a:alphaOff val="0"/>
                <a:tint val="94000"/>
                <a:satMod val="120000"/>
                <a:lumMod val="104000"/>
              </a:schemeClr>
            </a:duotone>
          </a:blip>
          <a:tile tx="0" ty="0" sx="100000" sy="100000" flip="none" algn="tl"/>
        </a:blipFill>
        <a:ln>
          <a:noFill/>
        </a:ln>
        <a:effectLst>
          <a:innerShdw blurRad="25400" dist="12700" dir="13500000">
            <a:srgbClr val="000000">
              <a:alpha val="45000"/>
            </a:srgbClr>
          </a:inn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Modeling component interaction helps us understand if a proposed system structure is likely to deliver the required system performance and dependability.</a:t>
          </a:r>
          <a:r>
            <a:rPr lang="en-GB" sz="1900" kern="1200"/>
            <a:t> </a:t>
          </a:r>
          <a:endParaRPr lang="en-US" sz="1900" kern="1200"/>
        </a:p>
      </dsp:txBody>
      <dsp:txXfrm>
        <a:off x="61177" y="2712865"/>
        <a:ext cx="4313302" cy="1130862"/>
      </dsp:txXfrm>
    </dsp:sp>
    <dsp:sp modelId="{532CD976-ADD4-4871-B2EE-C16C21C3295A}">
      <dsp:nvSpPr>
        <dsp:cNvPr id="0" name=""/>
        <dsp:cNvSpPr/>
      </dsp:nvSpPr>
      <dsp:spPr>
        <a:xfrm>
          <a:off x="0" y="3959624"/>
          <a:ext cx="4435656" cy="1253216"/>
        </a:xfrm>
        <a:prstGeom prst="roundRect">
          <a:avLst/>
        </a:prstGeom>
        <a:blipFill rotWithShape="1">
          <a:blip xmlns:r="http://schemas.openxmlformats.org/officeDocument/2006/relationships" r:embed="rId1">
            <a:duotone>
              <a:schemeClr val="accent2">
                <a:hueOff val="3363155"/>
                <a:satOff val="-3572"/>
                <a:lumOff val="2745"/>
                <a:alphaOff val="0"/>
                <a:shade val="74000"/>
                <a:satMod val="130000"/>
                <a:lumMod val="90000"/>
              </a:schemeClr>
              <a:schemeClr val="accent2">
                <a:hueOff val="3363155"/>
                <a:satOff val="-3572"/>
                <a:lumOff val="2745"/>
                <a:alphaOff val="0"/>
                <a:tint val="94000"/>
                <a:satMod val="120000"/>
                <a:lumMod val="104000"/>
              </a:schemeClr>
            </a:duotone>
          </a:blip>
          <a:tile tx="0" ty="0" sx="100000" sy="100000" flip="none" algn="tl"/>
        </a:blipFill>
        <a:ln>
          <a:noFill/>
        </a:ln>
        <a:effectLst>
          <a:innerShdw blurRad="25400" dist="12700" dir="13500000">
            <a:srgbClr val="000000">
              <a:alpha val="45000"/>
            </a:srgbClr>
          </a:inn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GB" sz="1900" kern="1200"/>
            <a:t>Use case diagrams and sequence diagrams may be used for interaction modeling.</a:t>
          </a:r>
          <a:endParaRPr lang="en-US" sz="1900" kern="1200"/>
        </a:p>
      </dsp:txBody>
      <dsp:txXfrm>
        <a:off x="61177" y="4020801"/>
        <a:ext cx="4313302" cy="1130862"/>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54BF24D-ACE5-448F-A42F-923A0D4A85EA}">
      <dsp:nvSpPr>
        <dsp:cNvPr id="0" name=""/>
        <dsp:cNvSpPr/>
      </dsp:nvSpPr>
      <dsp:spPr>
        <a:xfrm>
          <a:off x="0" y="2178"/>
          <a:ext cx="4435656" cy="1104063"/>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98688BC-573F-4DF6-8FE5-039DE12EF100}">
      <dsp:nvSpPr>
        <dsp:cNvPr id="0" name=""/>
        <dsp:cNvSpPr/>
      </dsp:nvSpPr>
      <dsp:spPr>
        <a:xfrm>
          <a:off x="333979" y="250592"/>
          <a:ext cx="607234" cy="60723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63DF914E-6981-42FB-9CD3-CD16698A9CFA}">
      <dsp:nvSpPr>
        <dsp:cNvPr id="0" name=""/>
        <dsp:cNvSpPr/>
      </dsp:nvSpPr>
      <dsp:spPr>
        <a:xfrm>
          <a:off x="1275192" y="2178"/>
          <a:ext cx="3160463" cy="11040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6847" tIns="116847" rIns="116847" bIns="116847" numCol="1" spcCol="1270" anchor="ctr" anchorCtr="0">
          <a:noAutofit/>
        </a:bodyPr>
        <a:lstStyle/>
        <a:p>
          <a:pPr marL="0" lvl="0" indent="0" algn="l" defTabSz="711200">
            <a:lnSpc>
              <a:spcPct val="90000"/>
            </a:lnSpc>
            <a:spcBef>
              <a:spcPct val="0"/>
            </a:spcBef>
            <a:spcAft>
              <a:spcPct val="35000"/>
            </a:spcAft>
            <a:buNone/>
          </a:pPr>
          <a:r>
            <a:rPr lang="en-US" sz="1600" kern="1200"/>
            <a:t>Use cases were developed originally to support requirements elicitation and now incorporated into the UML.</a:t>
          </a:r>
        </a:p>
      </dsp:txBody>
      <dsp:txXfrm>
        <a:off x="1275192" y="2178"/>
        <a:ext cx="3160463" cy="1104063"/>
      </dsp:txXfrm>
    </dsp:sp>
    <dsp:sp modelId="{504938FA-726C-447A-8A5B-5B2D74D09E68}">
      <dsp:nvSpPr>
        <dsp:cNvPr id="0" name=""/>
        <dsp:cNvSpPr/>
      </dsp:nvSpPr>
      <dsp:spPr>
        <a:xfrm>
          <a:off x="0" y="1382257"/>
          <a:ext cx="4435656" cy="1104063"/>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0159B86-3090-4519-823C-0908E8C8D582}">
      <dsp:nvSpPr>
        <dsp:cNvPr id="0" name=""/>
        <dsp:cNvSpPr/>
      </dsp:nvSpPr>
      <dsp:spPr>
        <a:xfrm>
          <a:off x="333979" y="1630671"/>
          <a:ext cx="607234" cy="60723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D75C478D-5C31-4B69-B2C2-4741FBD17D00}">
      <dsp:nvSpPr>
        <dsp:cNvPr id="0" name=""/>
        <dsp:cNvSpPr/>
      </dsp:nvSpPr>
      <dsp:spPr>
        <a:xfrm>
          <a:off x="1275192" y="1382257"/>
          <a:ext cx="3160463" cy="11040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6847" tIns="116847" rIns="116847" bIns="116847" numCol="1" spcCol="1270" anchor="ctr" anchorCtr="0">
          <a:noAutofit/>
        </a:bodyPr>
        <a:lstStyle/>
        <a:p>
          <a:pPr marL="0" lvl="0" indent="0" algn="l" defTabSz="711200">
            <a:lnSpc>
              <a:spcPct val="90000"/>
            </a:lnSpc>
            <a:spcBef>
              <a:spcPct val="0"/>
            </a:spcBef>
            <a:spcAft>
              <a:spcPct val="35000"/>
            </a:spcAft>
            <a:buNone/>
          </a:pPr>
          <a:r>
            <a:rPr lang="en-US" sz="1600" kern="1200"/>
            <a:t>Each use case represents a discrete task that involves external interaction with a system.</a:t>
          </a:r>
        </a:p>
      </dsp:txBody>
      <dsp:txXfrm>
        <a:off x="1275192" y="1382257"/>
        <a:ext cx="3160463" cy="1104063"/>
      </dsp:txXfrm>
    </dsp:sp>
    <dsp:sp modelId="{20BE9FE8-EE86-49F8-8864-EB743D83D92C}">
      <dsp:nvSpPr>
        <dsp:cNvPr id="0" name=""/>
        <dsp:cNvSpPr/>
      </dsp:nvSpPr>
      <dsp:spPr>
        <a:xfrm>
          <a:off x="0" y="2762336"/>
          <a:ext cx="4435656" cy="1104063"/>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0816BE3-1CB3-4582-95A4-2E0F29BEB486}">
      <dsp:nvSpPr>
        <dsp:cNvPr id="0" name=""/>
        <dsp:cNvSpPr/>
      </dsp:nvSpPr>
      <dsp:spPr>
        <a:xfrm>
          <a:off x="333979" y="3010750"/>
          <a:ext cx="607234" cy="60723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D83E2F2F-7367-4113-9E23-9096BF340023}">
      <dsp:nvSpPr>
        <dsp:cNvPr id="0" name=""/>
        <dsp:cNvSpPr/>
      </dsp:nvSpPr>
      <dsp:spPr>
        <a:xfrm>
          <a:off x="1275192" y="2762336"/>
          <a:ext cx="3160463" cy="11040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6847" tIns="116847" rIns="116847" bIns="116847" numCol="1" spcCol="1270" anchor="ctr" anchorCtr="0">
          <a:noAutofit/>
        </a:bodyPr>
        <a:lstStyle/>
        <a:p>
          <a:pPr marL="0" lvl="0" indent="0" algn="l" defTabSz="711200">
            <a:lnSpc>
              <a:spcPct val="90000"/>
            </a:lnSpc>
            <a:spcBef>
              <a:spcPct val="0"/>
            </a:spcBef>
            <a:spcAft>
              <a:spcPct val="35000"/>
            </a:spcAft>
            <a:buNone/>
          </a:pPr>
          <a:r>
            <a:rPr lang="en-US" sz="1600" kern="1200"/>
            <a:t>Actors in a use case may be people or other systems.</a:t>
          </a:r>
        </a:p>
      </dsp:txBody>
      <dsp:txXfrm>
        <a:off x="1275192" y="2762336"/>
        <a:ext cx="3160463" cy="1104063"/>
      </dsp:txXfrm>
    </dsp:sp>
    <dsp:sp modelId="{85F07DFA-EDE8-4FBB-81E4-19BD1A4FB223}">
      <dsp:nvSpPr>
        <dsp:cNvPr id="0" name=""/>
        <dsp:cNvSpPr/>
      </dsp:nvSpPr>
      <dsp:spPr>
        <a:xfrm>
          <a:off x="0" y="4142415"/>
          <a:ext cx="4435656" cy="1104063"/>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EBE899D-5BB2-4D06-8182-2DE52139F4AF}">
      <dsp:nvSpPr>
        <dsp:cNvPr id="0" name=""/>
        <dsp:cNvSpPr/>
      </dsp:nvSpPr>
      <dsp:spPr>
        <a:xfrm>
          <a:off x="333979" y="4390829"/>
          <a:ext cx="607234" cy="60723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3642BF3F-E1EF-48CB-A30D-7D50E58F37E9}">
      <dsp:nvSpPr>
        <dsp:cNvPr id="0" name=""/>
        <dsp:cNvSpPr/>
      </dsp:nvSpPr>
      <dsp:spPr>
        <a:xfrm>
          <a:off x="1275192" y="4142415"/>
          <a:ext cx="3160463" cy="11040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6847" tIns="116847" rIns="116847" bIns="116847" numCol="1" spcCol="1270" anchor="ctr" anchorCtr="0">
          <a:noAutofit/>
        </a:bodyPr>
        <a:lstStyle/>
        <a:p>
          <a:pPr marL="0" lvl="0" indent="0" algn="l" defTabSz="711200">
            <a:lnSpc>
              <a:spcPct val="90000"/>
            </a:lnSpc>
            <a:spcBef>
              <a:spcPct val="0"/>
            </a:spcBef>
            <a:spcAft>
              <a:spcPct val="35000"/>
            </a:spcAft>
            <a:buNone/>
          </a:pPr>
          <a:r>
            <a:rPr lang="en-US" sz="1600" kern="1200"/>
            <a:t>Represented diagramatically to provide an overview of the use case and in a more detailed textual form.</a:t>
          </a:r>
        </a:p>
      </dsp:txBody>
      <dsp:txXfrm>
        <a:off x="1275192" y="4142415"/>
        <a:ext cx="3160463" cy="1104063"/>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9876A27-6A42-40CD-B236-C1B27DFFE4BB}">
      <dsp:nvSpPr>
        <dsp:cNvPr id="0" name=""/>
        <dsp:cNvSpPr/>
      </dsp:nvSpPr>
      <dsp:spPr>
        <a:xfrm>
          <a:off x="0" y="2178"/>
          <a:ext cx="4435656" cy="1104063"/>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F4152E5-C13D-480B-AAC5-E0661A088C5B}">
      <dsp:nvSpPr>
        <dsp:cNvPr id="0" name=""/>
        <dsp:cNvSpPr/>
      </dsp:nvSpPr>
      <dsp:spPr>
        <a:xfrm>
          <a:off x="333979" y="250592"/>
          <a:ext cx="607234" cy="60723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2CB00904-8FA6-4CB2-9681-C1295ED9F5F2}">
      <dsp:nvSpPr>
        <dsp:cNvPr id="0" name=""/>
        <dsp:cNvSpPr/>
      </dsp:nvSpPr>
      <dsp:spPr>
        <a:xfrm>
          <a:off x="1275192" y="2178"/>
          <a:ext cx="3160463" cy="11040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6847" tIns="116847" rIns="116847" bIns="116847" numCol="1" spcCol="1270" anchor="ctr" anchorCtr="0">
          <a:noAutofit/>
        </a:bodyPr>
        <a:lstStyle/>
        <a:p>
          <a:pPr marL="0" lvl="0" indent="0" algn="l" defTabSz="711200">
            <a:lnSpc>
              <a:spcPct val="90000"/>
            </a:lnSpc>
            <a:spcBef>
              <a:spcPct val="0"/>
            </a:spcBef>
            <a:spcAft>
              <a:spcPct val="35000"/>
            </a:spcAft>
            <a:buNone/>
          </a:pPr>
          <a:r>
            <a:rPr lang="en-US" sz="1600" kern="1200"/>
            <a:t>Sequence diagrams are part of the UML and are used to model the interactions between the actors and the objects within a system.</a:t>
          </a:r>
        </a:p>
      </dsp:txBody>
      <dsp:txXfrm>
        <a:off x="1275192" y="2178"/>
        <a:ext cx="3160463" cy="1104063"/>
      </dsp:txXfrm>
    </dsp:sp>
    <dsp:sp modelId="{7B2D39AB-1B8D-4AD7-BA39-29607240726B}">
      <dsp:nvSpPr>
        <dsp:cNvPr id="0" name=""/>
        <dsp:cNvSpPr/>
      </dsp:nvSpPr>
      <dsp:spPr>
        <a:xfrm>
          <a:off x="0" y="1382257"/>
          <a:ext cx="4435656" cy="1104063"/>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12BF723-8CF3-4B9B-9D7D-8553DDB4733A}">
      <dsp:nvSpPr>
        <dsp:cNvPr id="0" name=""/>
        <dsp:cNvSpPr/>
      </dsp:nvSpPr>
      <dsp:spPr>
        <a:xfrm>
          <a:off x="333979" y="1630671"/>
          <a:ext cx="607234" cy="60723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64B80238-8925-4252-888F-9E23EA2837A7}">
      <dsp:nvSpPr>
        <dsp:cNvPr id="0" name=""/>
        <dsp:cNvSpPr/>
      </dsp:nvSpPr>
      <dsp:spPr>
        <a:xfrm>
          <a:off x="1275192" y="1382257"/>
          <a:ext cx="3160463" cy="11040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6847" tIns="116847" rIns="116847" bIns="116847" numCol="1" spcCol="1270" anchor="ctr" anchorCtr="0">
          <a:noAutofit/>
        </a:bodyPr>
        <a:lstStyle/>
        <a:p>
          <a:pPr marL="0" lvl="0" indent="0" algn="l" defTabSz="711200">
            <a:lnSpc>
              <a:spcPct val="90000"/>
            </a:lnSpc>
            <a:spcBef>
              <a:spcPct val="0"/>
            </a:spcBef>
            <a:spcAft>
              <a:spcPct val="35000"/>
            </a:spcAft>
            <a:buNone/>
          </a:pPr>
          <a:r>
            <a:rPr lang="en-US" sz="1600" kern="1200"/>
            <a:t>A sequence diagram shows the sequence of interactions that take place during a particular use case or use case instance.</a:t>
          </a:r>
        </a:p>
      </dsp:txBody>
      <dsp:txXfrm>
        <a:off x="1275192" y="1382257"/>
        <a:ext cx="3160463" cy="1104063"/>
      </dsp:txXfrm>
    </dsp:sp>
    <dsp:sp modelId="{3EA5637A-A93C-4120-AC5F-76F226D00A90}">
      <dsp:nvSpPr>
        <dsp:cNvPr id="0" name=""/>
        <dsp:cNvSpPr/>
      </dsp:nvSpPr>
      <dsp:spPr>
        <a:xfrm>
          <a:off x="0" y="2762336"/>
          <a:ext cx="4435656" cy="1104063"/>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2F05779-9D47-4754-B53A-9D5B2A1BCB2D}">
      <dsp:nvSpPr>
        <dsp:cNvPr id="0" name=""/>
        <dsp:cNvSpPr/>
      </dsp:nvSpPr>
      <dsp:spPr>
        <a:xfrm>
          <a:off x="333979" y="3010750"/>
          <a:ext cx="607234" cy="60723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BE2AA27F-8E57-4683-8281-9F18EE424C6D}">
      <dsp:nvSpPr>
        <dsp:cNvPr id="0" name=""/>
        <dsp:cNvSpPr/>
      </dsp:nvSpPr>
      <dsp:spPr>
        <a:xfrm>
          <a:off x="1275192" y="2762336"/>
          <a:ext cx="3160463" cy="11040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6847" tIns="116847" rIns="116847" bIns="116847" numCol="1" spcCol="1270" anchor="ctr" anchorCtr="0">
          <a:noAutofit/>
        </a:bodyPr>
        <a:lstStyle/>
        <a:p>
          <a:pPr marL="0" lvl="0" indent="0" algn="l" defTabSz="711200">
            <a:lnSpc>
              <a:spcPct val="90000"/>
            </a:lnSpc>
            <a:spcBef>
              <a:spcPct val="0"/>
            </a:spcBef>
            <a:spcAft>
              <a:spcPct val="35000"/>
            </a:spcAft>
            <a:buNone/>
          </a:pPr>
          <a:r>
            <a:rPr lang="en-US" sz="1600" kern="1200"/>
            <a:t>The objects and actors involved are listed along the top of the diagram, with a dotted line drawn vertically from these. </a:t>
          </a:r>
        </a:p>
      </dsp:txBody>
      <dsp:txXfrm>
        <a:off x="1275192" y="2762336"/>
        <a:ext cx="3160463" cy="1104063"/>
      </dsp:txXfrm>
    </dsp:sp>
    <dsp:sp modelId="{68AFAA40-ED43-4169-AC52-AD26B611D985}">
      <dsp:nvSpPr>
        <dsp:cNvPr id="0" name=""/>
        <dsp:cNvSpPr/>
      </dsp:nvSpPr>
      <dsp:spPr>
        <a:xfrm>
          <a:off x="0" y="4142415"/>
          <a:ext cx="4435656" cy="1104063"/>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0454083-B845-4ED1-B11F-D3E6E8E08990}">
      <dsp:nvSpPr>
        <dsp:cNvPr id="0" name=""/>
        <dsp:cNvSpPr/>
      </dsp:nvSpPr>
      <dsp:spPr>
        <a:xfrm>
          <a:off x="333979" y="4390829"/>
          <a:ext cx="607234" cy="60723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03B5BA2F-2AC3-48A4-854A-C62F1880A513}">
      <dsp:nvSpPr>
        <dsp:cNvPr id="0" name=""/>
        <dsp:cNvSpPr/>
      </dsp:nvSpPr>
      <dsp:spPr>
        <a:xfrm>
          <a:off x="1275192" y="4142415"/>
          <a:ext cx="3160463" cy="11040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6847" tIns="116847" rIns="116847" bIns="116847" numCol="1" spcCol="1270" anchor="ctr" anchorCtr="0">
          <a:noAutofit/>
        </a:bodyPr>
        <a:lstStyle/>
        <a:p>
          <a:pPr marL="0" lvl="0" indent="0" algn="l" defTabSz="711200">
            <a:lnSpc>
              <a:spcPct val="90000"/>
            </a:lnSpc>
            <a:spcBef>
              <a:spcPct val="0"/>
            </a:spcBef>
            <a:spcAft>
              <a:spcPct val="35000"/>
            </a:spcAft>
            <a:buNone/>
          </a:pPr>
          <a:r>
            <a:rPr lang="en-US" sz="1600" kern="1200"/>
            <a:t>Interactions between objects are indicated by annotated arrows.  </a:t>
          </a:r>
        </a:p>
      </dsp:txBody>
      <dsp:txXfrm>
        <a:off x="1275192" y="4142415"/>
        <a:ext cx="3160463" cy="1104063"/>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C93B314-881B-4A5D-8669-9D555A8543DC}">
      <dsp:nvSpPr>
        <dsp:cNvPr id="0" name=""/>
        <dsp:cNvSpPr/>
      </dsp:nvSpPr>
      <dsp:spPr>
        <a:xfrm>
          <a:off x="0" y="4739"/>
          <a:ext cx="4435656" cy="1038103"/>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069153E-C0E1-4E19-BF70-460B2C05FA1E}">
      <dsp:nvSpPr>
        <dsp:cNvPr id="0" name=""/>
        <dsp:cNvSpPr/>
      </dsp:nvSpPr>
      <dsp:spPr>
        <a:xfrm>
          <a:off x="314026" y="238312"/>
          <a:ext cx="571515" cy="57095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FF23F660-E945-4CCA-A5B2-581F7855D185}">
      <dsp:nvSpPr>
        <dsp:cNvPr id="0" name=""/>
        <dsp:cNvSpPr/>
      </dsp:nvSpPr>
      <dsp:spPr>
        <a:xfrm>
          <a:off x="1199567" y="4739"/>
          <a:ext cx="3199754" cy="1102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6733" tIns="116733" rIns="116733" bIns="116733" numCol="1" spcCol="1270" anchor="ctr" anchorCtr="0">
          <a:noAutofit/>
        </a:bodyPr>
        <a:lstStyle/>
        <a:p>
          <a:pPr marL="0" lvl="0" indent="0" algn="l" defTabSz="622300">
            <a:lnSpc>
              <a:spcPct val="90000"/>
            </a:lnSpc>
            <a:spcBef>
              <a:spcPct val="0"/>
            </a:spcBef>
            <a:spcAft>
              <a:spcPct val="35000"/>
            </a:spcAft>
            <a:buNone/>
          </a:pPr>
          <a:r>
            <a:rPr lang="en-US" sz="1400" kern="1200"/>
            <a:t>Class diagrams are used when developing an object-oriented system model to show the classes in a system and the associations between these classes. </a:t>
          </a:r>
        </a:p>
      </dsp:txBody>
      <dsp:txXfrm>
        <a:off x="1199567" y="4739"/>
        <a:ext cx="3199754" cy="1102985"/>
      </dsp:txXfrm>
    </dsp:sp>
    <dsp:sp modelId="{9B0FABDE-5851-4DE0-A208-75D48953EE28}">
      <dsp:nvSpPr>
        <dsp:cNvPr id="0" name=""/>
        <dsp:cNvSpPr/>
      </dsp:nvSpPr>
      <dsp:spPr>
        <a:xfrm>
          <a:off x="0" y="1383470"/>
          <a:ext cx="4435656" cy="1038103"/>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B8C636E-736F-47A8-8A5F-16141BD61F38}">
      <dsp:nvSpPr>
        <dsp:cNvPr id="0" name=""/>
        <dsp:cNvSpPr/>
      </dsp:nvSpPr>
      <dsp:spPr>
        <a:xfrm>
          <a:off x="314026" y="1617043"/>
          <a:ext cx="571515" cy="57095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29CC165-771B-4C57-850E-C8F9F47D78E7}">
      <dsp:nvSpPr>
        <dsp:cNvPr id="0" name=""/>
        <dsp:cNvSpPr/>
      </dsp:nvSpPr>
      <dsp:spPr>
        <a:xfrm>
          <a:off x="1199567" y="1383470"/>
          <a:ext cx="3199754" cy="1102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6733" tIns="116733" rIns="116733" bIns="116733" numCol="1" spcCol="1270" anchor="ctr" anchorCtr="0">
          <a:noAutofit/>
        </a:bodyPr>
        <a:lstStyle/>
        <a:p>
          <a:pPr marL="0" lvl="0" indent="0" algn="l" defTabSz="622300">
            <a:lnSpc>
              <a:spcPct val="90000"/>
            </a:lnSpc>
            <a:spcBef>
              <a:spcPct val="0"/>
            </a:spcBef>
            <a:spcAft>
              <a:spcPct val="35000"/>
            </a:spcAft>
            <a:buNone/>
          </a:pPr>
          <a:r>
            <a:rPr lang="en-US" sz="1400" kern="1200"/>
            <a:t>An object class can be thought of as a general definition of one kind of system object. </a:t>
          </a:r>
        </a:p>
      </dsp:txBody>
      <dsp:txXfrm>
        <a:off x="1199567" y="1383470"/>
        <a:ext cx="3199754" cy="1102985"/>
      </dsp:txXfrm>
    </dsp:sp>
    <dsp:sp modelId="{5D758768-655C-4406-BA34-41E7B50BE5D7}">
      <dsp:nvSpPr>
        <dsp:cNvPr id="0" name=""/>
        <dsp:cNvSpPr/>
      </dsp:nvSpPr>
      <dsp:spPr>
        <a:xfrm>
          <a:off x="0" y="2762201"/>
          <a:ext cx="4435656" cy="1038103"/>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63920E1-AE73-4A6D-A3AE-69C747827785}">
      <dsp:nvSpPr>
        <dsp:cNvPr id="0" name=""/>
        <dsp:cNvSpPr/>
      </dsp:nvSpPr>
      <dsp:spPr>
        <a:xfrm>
          <a:off x="314026" y="2995774"/>
          <a:ext cx="571515" cy="57095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F1FC176A-2C60-4EE3-A81A-71947659364C}">
      <dsp:nvSpPr>
        <dsp:cNvPr id="0" name=""/>
        <dsp:cNvSpPr/>
      </dsp:nvSpPr>
      <dsp:spPr>
        <a:xfrm>
          <a:off x="1199567" y="2762201"/>
          <a:ext cx="3199754" cy="1102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6733" tIns="116733" rIns="116733" bIns="116733" numCol="1" spcCol="1270" anchor="ctr" anchorCtr="0">
          <a:noAutofit/>
        </a:bodyPr>
        <a:lstStyle/>
        <a:p>
          <a:pPr marL="0" lvl="0" indent="0" algn="l" defTabSz="622300">
            <a:lnSpc>
              <a:spcPct val="90000"/>
            </a:lnSpc>
            <a:spcBef>
              <a:spcPct val="0"/>
            </a:spcBef>
            <a:spcAft>
              <a:spcPct val="35000"/>
            </a:spcAft>
            <a:buNone/>
          </a:pPr>
          <a:r>
            <a:rPr lang="en-US" sz="1400" kern="1200"/>
            <a:t>An association is a link between classes that indicates that there is some relationship between these classes.</a:t>
          </a:r>
          <a:r>
            <a:rPr lang="en-GB" sz="1400" kern="1200"/>
            <a:t> </a:t>
          </a:r>
          <a:endParaRPr lang="en-US" sz="1400" kern="1200"/>
        </a:p>
      </dsp:txBody>
      <dsp:txXfrm>
        <a:off x="1199567" y="2762201"/>
        <a:ext cx="3199754" cy="1102985"/>
      </dsp:txXfrm>
    </dsp:sp>
    <dsp:sp modelId="{A32E47E1-5439-4791-B028-B5F6108FE50C}">
      <dsp:nvSpPr>
        <dsp:cNvPr id="0" name=""/>
        <dsp:cNvSpPr/>
      </dsp:nvSpPr>
      <dsp:spPr>
        <a:xfrm>
          <a:off x="0" y="4140932"/>
          <a:ext cx="4435656" cy="1038103"/>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6072420-E7FF-4499-8BA7-49465CF2BF56}">
      <dsp:nvSpPr>
        <dsp:cNvPr id="0" name=""/>
        <dsp:cNvSpPr/>
      </dsp:nvSpPr>
      <dsp:spPr>
        <a:xfrm>
          <a:off x="314333" y="4374506"/>
          <a:ext cx="571515" cy="57095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F917DBF6-BCF5-4753-BC24-6E1D7891FCAD}">
      <dsp:nvSpPr>
        <dsp:cNvPr id="0" name=""/>
        <dsp:cNvSpPr/>
      </dsp:nvSpPr>
      <dsp:spPr>
        <a:xfrm>
          <a:off x="1200181" y="4140932"/>
          <a:ext cx="3160463" cy="1102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6733" tIns="116733" rIns="116733" bIns="116733" numCol="1" spcCol="1270" anchor="ctr" anchorCtr="0">
          <a:noAutofit/>
        </a:bodyPr>
        <a:lstStyle/>
        <a:p>
          <a:pPr marL="0" lvl="0" indent="0" algn="l" defTabSz="622300">
            <a:lnSpc>
              <a:spcPct val="90000"/>
            </a:lnSpc>
            <a:spcBef>
              <a:spcPct val="0"/>
            </a:spcBef>
            <a:spcAft>
              <a:spcPct val="35000"/>
            </a:spcAft>
            <a:buNone/>
          </a:pPr>
          <a:r>
            <a:rPr lang="en-US" sz="1400" kern="1200"/>
            <a:t>When you are developing models during the early stages of the software engineering process, objects represent something in the real world, such as a patient, a prescription, doctor, etc. </a:t>
          </a:r>
        </a:p>
      </dsp:txBody>
      <dsp:txXfrm>
        <a:off x="1200181" y="4140932"/>
        <a:ext cx="3160463" cy="1102985"/>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49396C4-C552-43BA-80E8-8A2AE3CCC5E8}">
      <dsp:nvSpPr>
        <dsp:cNvPr id="0" name=""/>
        <dsp:cNvSpPr/>
      </dsp:nvSpPr>
      <dsp:spPr>
        <a:xfrm>
          <a:off x="150147" y="325500"/>
          <a:ext cx="913555" cy="913555"/>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FD76E6C-2B46-45A4-8BF6-6DCA649A26A0}">
      <dsp:nvSpPr>
        <dsp:cNvPr id="0" name=""/>
        <dsp:cNvSpPr/>
      </dsp:nvSpPr>
      <dsp:spPr>
        <a:xfrm>
          <a:off x="341994" y="517346"/>
          <a:ext cx="529861" cy="52986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01547451-E38D-4212-BD5B-058D4F1B4964}">
      <dsp:nvSpPr>
        <dsp:cNvPr id="0" name=""/>
        <dsp:cNvSpPr/>
      </dsp:nvSpPr>
      <dsp:spPr>
        <a:xfrm>
          <a:off x="1259464" y="325500"/>
          <a:ext cx="2153379" cy="9135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GB" sz="1100" kern="1200"/>
            <a:t>A model is an abstract view of a system that ignores system details. Complementary system models can be developed to show the system’s context, interactions, structure and behavior.</a:t>
          </a:r>
          <a:endParaRPr lang="en-US" sz="1100" kern="1200"/>
        </a:p>
      </dsp:txBody>
      <dsp:txXfrm>
        <a:off x="1259464" y="325500"/>
        <a:ext cx="2153379" cy="913555"/>
      </dsp:txXfrm>
    </dsp:sp>
    <dsp:sp modelId="{6C9915AD-E773-41C0-86EB-42047A245A0B}">
      <dsp:nvSpPr>
        <dsp:cNvPr id="0" name=""/>
        <dsp:cNvSpPr/>
      </dsp:nvSpPr>
      <dsp:spPr>
        <a:xfrm>
          <a:off x="3788054" y="325500"/>
          <a:ext cx="913555" cy="913555"/>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F63BE3E-B994-414A-B224-A75082DCF78B}">
      <dsp:nvSpPr>
        <dsp:cNvPr id="0" name=""/>
        <dsp:cNvSpPr/>
      </dsp:nvSpPr>
      <dsp:spPr>
        <a:xfrm>
          <a:off x="3979900" y="517346"/>
          <a:ext cx="529861" cy="52986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D17CE15B-995B-46CF-9C10-2DD0A74CB1D3}">
      <dsp:nvSpPr>
        <dsp:cNvPr id="0" name=""/>
        <dsp:cNvSpPr/>
      </dsp:nvSpPr>
      <dsp:spPr>
        <a:xfrm>
          <a:off x="4897370" y="325500"/>
          <a:ext cx="2153379" cy="9135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GB" sz="1100" kern="1200"/>
            <a:t>Context models show how a system that is being </a:t>
          </a:r>
          <a:r>
            <a:rPr lang="en-US" sz="1100" kern="1200"/>
            <a:t>modeled is positioned in an environment with other systems and processes. </a:t>
          </a:r>
        </a:p>
      </dsp:txBody>
      <dsp:txXfrm>
        <a:off x="4897370" y="325500"/>
        <a:ext cx="2153379" cy="913555"/>
      </dsp:txXfrm>
    </dsp:sp>
    <dsp:sp modelId="{04585872-6C0C-4B97-A9A9-DF59C1D0D423}">
      <dsp:nvSpPr>
        <dsp:cNvPr id="0" name=""/>
        <dsp:cNvSpPr/>
      </dsp:nvSpPr>
      <dsp:spPr>
        <a:xfrm>
          <a:off x="150147" y="1746619"/>
          <a:ext cx="913555" cy="913555"/>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1FCF92E-E7FD-46C6-BCC0-AF236B6F0B4A}">
      <dsp:nvSpPr>
        <dsp:cNvPr id="0" name=""/>
        <dsp:cNvSpPr/>
      </dsp:nvSpPr>
      <dsp:spPr>
        <a:xfrm>
          <a:off x="341994" y="1938466"/>
          <a:ext cx="529861" cy="52986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332A0182-31C4-4673-9AFD-0B97DA683F68}">
      <dsp:nvSpPr>
        <dsp:cNvPr id="0" name=""/>
        <dsp:cNvSpPr/>
      </dsp:nvSpPr>
      <dsp:spPr>
        <a:xfrm>
          <a:off x="1259464" y="1746619"/>
          <a:ext cx="2153379" cy="9135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kern="1200"/>
            <a:t>Use case diagrams and sequence diagrams are used to describe the interactions between users and systems in the system being designed. Use cases describe interactions between a system and external actors; sequence diagrams add more information to these by showing interactions between system objects.</a:t>
          </a:r>
        </a:p>
      </dsp:txBody>
      <dsp:txXfrm>
        <a:off x="1259464" y="1746619"/>
        <a:ext cx="2153379" cy="913555"/>
      </dsp:txXfrm>
    </dsp:sp>
    <dsp:sp modelId="{B1794537-A163-4982-A678-4C1532039920}">
      <dsp:nvSpPr>
        <dsp:cNvPr id="0" name=""/>
        <dsp:cNvSpPr/>
      </dsp:nvSpPr>
      <dsp:spPr>
        <a:xfrm>
          <a:off x="3788054" y="1746619"/>
          <a:ext cx="913555" cy="913555"/>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317D038-7826-4DD2-855D-0D3139857EED}">
      <dsp:nvSpPr>
        <dsp:cNvPr id="0" name=""/>
        <dsp:cNvSpPr/>
      </dsp:nvSpPr>
      <dsp:spPr>
        <a:xfrm>
          <a:off x="3979900" y="1938466"/>
          <a:ext cx="529861" cy="52986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0ED860EA-E830-48C8-B6A0-E534CCB1E742}">
      <dsp:nvSpPr>
        <dsp:cNvPr id="0" name=""/>
        <dsp:cNvSpPr/>
      </dsp:nvSpPr>
      <dsp:spPr>
        <a:xfrm>
          <a:off x="4897370" y="1746619"/>
          <a:ext cx="2153379" cy="9135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kern="1200"/>
            <a:t>Structural models show the organization and architecture of a system. Class diagrams are used to define the static structure of classes in a system and their associations.</a:t>
          </a:r>
        </a:p>
      </dsp:txBody>
      <dsp:txXfrm>
        <a:off x="4897370" y="1746619"/>
        <a:ext cx="2153379" cy="913555"/>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4.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6CAD25C6-313E-4545-B4B5-AC2334263EEA}" type="datetimeFigureOut">
              <a:rPr lang="en-US" smtClean="0"/>
              <a:t>4/21/2022</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91F3E5A-B7A4-4146-BBFE-14EF41541C3E}"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4D3C50A-ECEA-8349-9BCF-E4AC4170F50E}" type="datetimeFigureOut">
              <a:rPr lang="en-US" smtClean="0"/>
              <a:t>4/21/2022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999B78F-7C08-ED42-8E36-4ED23DEF8F74}" type="slidenum">
              <a:rPr lang="en-US" smtClean="0"/>
              <a:t>‹#›</a:t>
            </a:fld>
            <a:endParaRPr lang="en-US"/>
          </a:p>
        </p:txBody>
      </p:sp>
    </p:spTree>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8" name="Group 17"/>
          <p:cNvGrpSpPr/>
          <p:nvPr/>
        </p:nvGrpSpPr>
        <p:grpSpPr>
          <a:xfrm>
            <a:off x="0" y="0"/>
            <a:ext cx="9144677" cy="6858000"/>
            <a:chOff x="0" y="0"/>
            <a:chExt cx="9144677" cy="6858000"/>
          </a:xfrm>
        </p:grpSpPr>
        <p:pic>
          <p:nvPicPr>
            <p:cNvPr id="8" name="Picture 7" descr="S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1" name="Rectangle 10"/>
            <p:cNvSpPr/>
            <p:nvPr/>
          </p:nvSpPr>
          <p:spPr>
            <a:xfrm>
              <a:off x="1515532" y="1520422"/>
              <a:ext cx="6112935" cy="3818468"/>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2" name="Picture 11"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a:off x="0" y="3128434"/>
              <a:ext cx="1664208" cy="612648"/>
            </a:xfrm>
            <a:prstGeom prst="rect">
              <a:avLst/>
            </a:prstGeom>
          </p:spPr>
        </p:pic>
        <p:pic>
          <p:nvPicPr>
            <p:cNvPr id="13" name="Picture 12"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a:off x="7480469" y="3128434"/>
              <a:ext cx="1664208" cy="612648"/>
            </a:xfrm>
            <a:prstGeom prst="rect">
              <a:avLst/>
            </a:prstGeom>
          </p:spPr>
        </p:pic>
      </p:grpSp>
      <p:sp>
        <p:nvSpPr>
          <p:cNvPr id="2" name="Title 1"/>
          <p:cNvSpPr>
            <a:spLocks noGrp="1"/>
          </p:cNvSpPr>
          <p:nvPr>
            <p:ph type="ctrTitle"/>
          </p:nvPr>
        </p:nvSpPr>
        <p:spPr>
          <a:xfrm>
            <a:off x="1921934" y="1811863"/>
            <a:ext cx="5308866" cy="1515533"/>
          </a:xfrm>
        </p:spPr>
        <p:txBody>
          <a:bodyPr anchor="b">
            <a:noAutofit/>
          </a:bodyPr>
          <a:lstStyle>
            <a:lvl1pPr algn="ct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1921934" y="3598327"/>
            <a:ext cx="5308866" cy="1377651"/>
          </a:xfrm>
        </p:spPr>
        <p:txBody>
          <a:bodyPr anchor="t">
            <a:normAutofit/>
          </a:bodyPr>
          <a:lstStyle>
            <a:lvl1pPr marL="0" indent="0" algn="ctr">
              <a:buNone/>
              <a:defRPr sz="20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6065417" y="5054602"/>
            <a:ext cx="673276" cy="279400"/>
          </a:xfrm>
        </p:spPr>
        <p:txBody>
          <a:bodyPr/>
          <a:lstStyle/>
          <a:p>
            <a:pPr>
              <a:defRPr/>
            </a:pPr>
            <a:fld id="{7822F52E-DFEC-CF4E-9154-12D1BED15C4B}" type="datetime1">
              <a:rPr lang="en-US" smtClean="0"/>
              <a:t>4/21/2022</a:t>
            </a:fld>
            <a:endParaRPr lang="en-US"/>
          </a:p>
        </p:txBody>
      </p:sp>
      <p:sp>
        <p:nvSpPr>
          <p:cNvPr id="5" name="Footer Placeholder 4"/>
          <p:cNvSpPr>
            <a:spLocks noGrp="1"/>
          </p:cNvSpPr>
          <p:nvPr>
            <p:ph type="ftr" sz="quarter" idx="11"/>
          </p:nvPr>
        </p:nvSpPr>
        <p:spPr>
          <a:xfrm>
            <a:off x="1921934" y="5054602"/>
            <a:ext cx="4064860" cy="279400"/>
          </a:xfrm>
        </p:spPr>
        <p:txBody>
          <a:bodyPr/>
          <a:lstStyle/>
          <a:p>
            <a:pPr>
              <a:defRPr/>
            </a:pPr>
            <a:r>
              <a:rPr lang="en-US"/>
              <a:t>Chapter 5 System modeling</a:t>
            </a:r>
          </a:p>
        </p:txBody>
      </p:sp>
      <p:sp>
        <p:nvSpPr>
          <p:cNvPr id="6" name="Slide Number Placeholder 5"/>
          <p:cNvSpPr>
            <a:spLocks noGrp="1"/>
          </p:cNvSpPr>
          <p:nvPr>
            <p:ph type="sldNum" sz="quarter" idx="12"/>
          </p:nvPr>
        </p:nvSpPr>
        <p:spPr>
          <a:xfrm>
            <a:off x="6817317" y="5054602"/>
            <a:ext cx="413483" cy="279400"/>
          </a:xfrm>
        </p:spPr>
        <p:txBody>
          <a:bodyPr/>
          <a:lstStyle/>
          <a:p>
            <a:pPr>
              <a:defRPr/>
            </a:pPr>
            <a:fld id="{9FE8DFF9-44C4-6B4E-B5A3-96ED369AFD93}" type="slidenum">
              <a:rPr lang="en-US" smtClean="0"/>
              <a:pPr>
                <a:defRPr/>
              </a:pPr>
              <a:t>‹#›</a:t>
            </a:fld>
            <a:endParaRPr lang="en-US"/>
          </a:p>
        </p:txBody>
      </p:sp>
      <p:cxnSp>
        <p:nvCxnSpPr>
          <p:cNvPr id="15" name="Straight Connector 14"/>
          <p:cNvCxnSpPr/>
          <p:nvPr/>
        </p:nvCxnSpPr>
        <p:spPr>
          <a:xfrm>
            <a:off x="2019825" y="3471329"/>
            <a:ext cx="5113083"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332820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278465" y="235626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FFDF728F-A2D9-DE49-9AC0-08E4CCFC3CBD}" type="datetime1">
              <a:rPr lang="en-US" smtClean="0"/>
              <a:t>4/21/2022</a:t>
            </a:fld>
            <a:endParaRPr lang="en-US"/>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6" name="Slide Number Placeholder 5"/>
          <p:cNvSpPr>
            <a:spLocks noGrp="1"/>
          </p:cNvSpPr>
          <p:nvPr>
            <p:ph type="sldNum" sz="quarter" idx="12"/>
          </p:nvPr>
        </p:nvSpPr>
        <p:spPr/>
        <p:txBody>
          <a:bodyPr/>
          <a:lstStyle/>
          <a:p>
            <a:pPr>
              <a:defRPr/>
            </a:pPr>
            <a:fld id="{DEC9DA09-039A-A841-BA90-58CFCFBF8E01}" type="slidenum">
              <a:rPr lang="en-US" smtClean="0"/>
              <a:pPr>
                <a:defRPr/>
              </a:pPr>
              <a:t>‹#›</a:t>
            </a:fld>
            <a:endParaRPr lang="en-US"/>
          </a:p>
        </p:txBody>
      </p:sp>
    </p:spTree>
    <p:extLst>
      <p:ext uri="{BB962C8B-B14F-4D97-AF65-F5344CB8AC3E}">
        <p14:creationId xmlns:p14="http://schemas.microsoft.com/office/powerpoint/2010/main" val="5887984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78465" y="1641413"/>
            <a:ext cx="6595534" cy="1822514"/>
          </a:xfrm>
        </p:spPr>
        <p:txBody>
          <a:bodyPr anchor="b">
            <a:normAutofit/>
          </a:bodyPr>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78465" y="3734859"/>
            <a:ext cx="6595534" cy="1090015"/>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B6C57837-DD6D-C848-91B2-CB84389E4898}" type="datetime1">
              <a:rPr lang="en-US" smtClean="0"/>
              <a:t>4/21/2022</a:t>
            </a:fld>
            <a:endParaRPr lang="en-US"/>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6" name="Slide Number Placeholder 5"/>
          <p:cNvSpPr>
            <a:spLocks noGrp="1"/>
          </p:cNvSpPr>
          <p:nvPr>
            <p:ph type="sldNum" sz="quarter" idx="12"/>
          </p:nvPr>
        </p:nvSpPr>
        <p:spPr/>
        <p:txBody>
          <a:bodyPr/>
          <a:lstStyle/>
          <a:p>
            <a:pPr>
              <a:defRPr/>
            </a:pPr>
            <a:fld id="{50F2F7EC-46EB-964D-B691-B03AC1106FC0}" type="slidenum">
              <a:rPr lang="en-US" smtClean="0"/>
              <a:pPr>
                <a:defRPr/>
              </a:pPr>
              <a:t>‹#›</a:t>
            </a:fld>
            <a:endParaRPr lang="en-US"/>
          </a:p>
        </p:txBody>
      </p:sp>
      <p:cxnSp>
        <p:nvCxnSpPr>
          <p:cNvPr id="31" name="Straight Connector 30"/>
          <p:cNvCxnSpPr/>
          <p:nvPr/>
        </p:nvCxnSpPr>
        <p:spPr>
          <a:xfrm>
            <a:off x="1278466" y="3599392"/>
            <a:ext cx="6595533"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266529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278465" y="235626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1176866" y="915337"/>
            <a:ext cx="6798734" cy="130386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176866" y="2487168"/>
            <a:ext cx="3337560" cy="34472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5152" y="2487168"/>
            <a:ext cx="3337560" cy="34472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fld id="{7823DC5D-7ACB-A846-A411-E90AA88C6704}" type="datetime1">
              <a:rPr lang="en-US" smtClean="0"/>
              <a:t>4/21/2022</a:t>
            </a:fld>
            <a:endParaRPr lang="en-US"/>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7" name="Slide Number Placeholder 6"/>
          <p:cNvSpPr>
            <a:spLocks noGrp="1"/>
          </p:cNvSpPr>
          <p:nvPr>
            <p:ph type="sldNum" sz="quarter" idx="12"/>
          </p:nvPr>
        </p:nvSpPr>
        <p:spPr/>
        <p:txBody>
          <a:bodyPr/>
          <a:lstStyle/>
          <a:p>
            <a:pPr>
              <a:defRPr/>
            </a:pPr>
            <a:fld id="{5AC5F77F-66C9-B04B-B94C-B68F71024283}" type="slidenum">
              <a:rPr lang="en-US" smtClean="0"/>
              <a:pPr>
                <a:defRPr/>
              </a:pPr>
              <a:t>‹#›</a:t>
            </a:fld>
            <a:endParaRPr lang="en-US"/>
          </a:p>
        </p:txBody>
      </p:sp>
    </p:spTree>
    <p:extLst>
      <p:ext uri="{BB962C8B-B14F-4D97-AF65-F5344CB8AC3E}">
        <p14:creationId xmlns:p14="http://schemas.microsoft.com/office/powerpoint/2010/main" val="2582893015"/>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76868"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76868" y="3243263"/>
            <a:ext cx="3337560" cy="270662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1832"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1832" y="3243263"/>
            <a:ext cx="3337560" cy="270662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fld id="{B36C6B15-2585-5C47-A65D-F349E6DD2A9B}" type="datetime1">
              <a:rPr lang="en-US" smtClean="0"/>
              <a:t>4/21/2022</a:t>
            </a:fld>
            <a:endParaRPr lang="en-US"/>
          </a:p>
        </p:txBody>
      </p:sp>
      <p:sp>
        <p:nvSpPr>
          <p:cNvPr id="8" name="Footer Placeholder 7"/>
          <p:cNvSpPr>
            <a:spLocks noGrp="1"/>
          </p:cNvSpPr>
          <p:nvPr>
            <p:ph type="ftr" sz="quarter" idx="11"/>
          </p:nvPr>
        </p:nvSpPr>
        <p:spPr/>
        <p:txBody>
          <a:bodyPr/>
          <a:lstStyle/>
          <a:p>
            <a:pPr>
              <a:defRPr/>
            </a:pPr>
            <a:r>
              <a:rPr lang="en-US"/>
              <a:t>Chapter 5 System modeling</a:t>
            </a:r>
          </a:p>
        </p:txBody>
      </p:sp>
      <p:sp>
        <p:nvSpPr>
          <p:cNvPr id="9" name="Slide Number Placeholder 8"/>
          <p:cNvSpPr>
            <a:spLocks noGrp="1"/>
          </p:cNvSpPr>
          <p:nvPr>
            <p:ph type="sldNum" sz="quarter" idx="12"/>
          </p:nvPr>
        </p:nvSpPr>
        <p:spPr/>
        <p:txBody>
          <a:bodyPr/>
          <a:lstStyle/>
          <a:p>
            <a:pPr>
              <a:defRPr/>
            </a:pPr>
            <a:fld id="{D227A3EF-D9D8-3141-91A2-80F03BEF3F96}" type="slidenum">
              <a:rPr lang="en-US" smtClean="0"/>
              <a:pPr>
                <a:defRPr/>
              </a:pPr>
              <a:t>‹#›</a:t>
            </a:fld>
            <a:endParaRPr lang="en-US"/>
          </a:p>
        </p:txBody>
      </p:sp>
      <p:cxnSp>
        <p:nvCxnSpPr>
          <p:cNvPr id="41" name="Straight Connector 40"/>
          <p:cNvCxnSpPr/>
          <p:nvPr/>
        </p:nvCxnSpPr>
        <p:spPr>
          <a:xfrm>
            <a:off x="1278466" y="235467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250241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176865" y="915337"/>
            <a:ext cx="6798735" cy="1303867"/>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fld id="{F1CC1C80-1CA0-B74D-B2D0-A4B5EA1E22AD}" type="datetime1">
              <a:rPr lang="en-US" smtClean="0"/>
              <a:t>4/21/2022</a:t>
            </a:fld>
            <a:endParaRPr lang="en-US"/>
          </a:p>
        </p:txBody>
      </p:sp>
      <p:sp>
        <p:nvSpPr>
          <p:cNvPr id="4" name="Footer Placeholder 3"/>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a:t>
            </a:fld>
            <a:endParaRPr lang="en-US"/>
          </a:p>
        </p:txBody>
      </p:sp>
      <p:cxnSp>
        <p:nvCxnSpPr>
          <p:cNvPr id="14" name="Straight Connector 13"/>
          <p:cNvCxnSpPr/>
          <p:nvPr/>
        </p:nvCxnSpPr>
        <p:spPr>
          <a:xfrm>
            <a:off x="1278466" y="235467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731765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8A237EE1-1982-F94A-9074-6B57976F77EF}" type="datetime1">
              <a:rPr lang="en-US" smtClean="0"/>
              <a:t>4/21/2022</a:t>
            </a:fld>
            <a:endParaRPr lang="en-US"/>
          </a:p>
        </p:txBody>
      </p:sp>
      <p:sp>
        <p:nvSpPr>
          <p:cNvPr id="3" name="Footer Placeholder 2"/>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9941E2DB-6B26-1148-BBB7-224489DC4320}" type="slidenum">
              <a:rPr lang="en-US" smtClean="0"/>
              <a:pPr>
                <a:defRPr/>
              </a:pPr>
              <a:t>‹#›</a:t>
            </a:fld>
            <a:endParaRPr lang="en-US"/>
          </a:p>
        </p:txBody>
      </p:sp>
    </p:spTree>
    <p:extLst>
      <p:ext uri="{BB962C8B-B14F-4D97-AF65-F5344CB8AC3E}">
        <p14:creationId xmlns:p14="http://schemas.microsoft.com/office/powerpoint/2010/main" val="8835253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5" y="1388534"/>
            <a:ext cx="2536798"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120062" y="982132"/>
            <a:ext cx="3855539"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76865" y="3031065"/>
            <a:ext cx="2536798"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C7AB28E7-72C6-6642-A20C-3227154F59A3}" type="datetime1">
              <a:rPr lang="en-US" smtClean="0"/>
              <a:t>4/21/2022</a:t>
            </a:fld>
            <a:endParaRPr lang="en-US"/>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7" name="Slide Number Placeholder 6"/>
          <p:cNvSpPr>
            <a:spLocks noGrp="1"/>
          </p:cNvSpPr>
          <p:nvPr>
            <p:ph type="sldNum" sz="quarter" idx="12"/>
          </p:nvPr>
        </p:nvSpPr>
        <p:spPr/>
        <p:txBody>
          <a:bodyPr/>
          <a:lstStyle/>
          <a:p>
            <a:pPr>
              <a:defRPr/>
            </a:pPr>
            <a:fld id="{0C7EC744-B227-4A42-B0B8-DD1F9FC186DB}" type="slidenum">
              <a:rPr lang="en-US" smtClean="0"/>
              <a:pPr>
                <a:defRPr/>
              </a:pPr>
              <a:t>‹#›</a:t>
            </a:fld>
            <a:endParaRPr lang="en-US"/>
          </a:p>
        </p:txBody>
      </p:sp>
      <p:cxnSp>
        <p:nvCxnSpPr>
          <p:cNvPr id="16" name="Straight Connector 15"/>
          <p:cNvCxnSpPr/>
          <p:nvPr/>
        </p:nvCxnSpPr>
        <p:spPr>
          <a:xfrm>
            <a:off x="1278466" y="2912533"/>
            <a:ext cx="233359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049319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5" y="1883832"/>
            <a:ext cx="3632202" cy="1371600"/>
          </a:xfrm>
        </p:spPr>
        <p:txBody>
          <a:bodyPr anchor="b">
            <a:normAutofit/>
          </a:bodyPr>
          <a:lstStyle>
            <a:lvl1pPr algn="ctr">
              <a:defRPr sz="24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5183069" y="1032933"/>
            <a:ext cx="2929463" cy="4792136"/>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76865" y="3255432"/>
            <a:ext cx="3632201" cy="182880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7823DC5D-7ACB-A846-A411-E90AA88C6704}" type="datetime1">
              <a:rPr lang="en-US" smtClean="0"/>
              <a:t>4/21/2022</a:t>
            </a:fld>
            <a:endParaRPr lang="en-US"/>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7" name="Slide Number Placeholder 6"/>
          <p:cNvSpPr>
            <a:spLocks noGrp="1"/>
          </p:cNvSpPr>
          <p:nvPr>
            <p:ph type="sldNum" sz="quarter" idx="12"/>
          </p:nvPr>
        </p:nvSpPr>
        <p:spPr/>
        <p:txBody>
          <a:bodyPr/>
          <a:lstStyle/>
          <a:p>
            <a:pPr>
              <a:defRPr/>
            </a:pPr>
            <a:fld id="{5AC5F77F-66C9-B04B-B94C-B68F71024283}" type="slidenum">
              <a:rPr lang="en-US" smtClean="0"/>
              <a:pPr>
                <a:defRPr/>
              </a:pPr>
              <a:t>‹#›</a:t>
            </a:fld>
            <a:endParaRPr lang="en-US"/>
          </a:p>
        </p:txBody>
      </p:sp>
    </p:spTree>
    <p:extLst>
      <p:ext uri="{BB962C8B-B14F-4D97-AF65-F5344CB8AC3E}">
        <p14:creationId xmlns:p14="http://schemas.microsoft.com/office/powerpoint/2010/main" val="576346194"/>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6" y="4815415"/>
            <a:ext cx="6798734"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26260" y="1032933"/>
            <a:ext cx="7091482" cy="3361269"/>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76866" y="5382153"/>
            <a:ext cx="6798734" cy="493712"/>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7823DC5D-7ACB-A846-A411-E90AA88C6704}" type="datetime1">
              <a:rPr lang="en-US" smtClean="0"/>
              <a:t>4/21/2022</a:t>
            </a:fld>
            <a:endParaRPr lang="en-US"/>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7" name="Slide Number Placeholder 6"/>
          <p:cNvSpPr>
            <a:spLocks noGrp="1"/>
          </p:cNvSpPr>
          <p:nvPr>
            <p:ph type="sldNum" sz="quarter" idx="12"/>
          </p:nvPr>
        </p:nvSpPr>
        <p:spPr/>
        <p:txBody>
          <a:bodyPr/>
          <a:lstStyle/>
          <a:p>
            <a:pPr>
              <a:defRPr/>
            </a:pPr>
            <a:fld id="{5AC5F77F-66C9-B04B-B94C-B68F71024283}" type="slidenum">
              <a:rPr lang="en-US" smtClean="0"/>
              <a:pPr>
                <a:defRPr/>
              </a:pPr>
              <a:t>‹#›</a:t>
            </a:fld>
            <a:endParaRPr lang="en-US"/>
          </a:p>
        </p:txBody>
      </p:sp>
    </p:spTree>
    <p:extLst>
      <p:ext uri="{BB962C8B-B14F-4D97-AF65-F5344CB8AC3E}">
        <p14:creationId xmlns:p14="http://schemas.microsoft.com/office/powerpoint/2010/main" val="3139153231"/>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6" y="906873"/>
            <a:ext cx="6798734" cy="309786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76865" y="4275666"/>
            <a:ext cx="6798736" cy="1600202"/>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7823DC5D-7ACB-A846-A411-E90AA88C6704}" type="datetime1">
              <a:rPr lang="en-US" smtClean="0"/>
              <a:t>4/21/2022</a:t>
            </a:fld>
            <a:endParaRPr lang="en-US"/>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6" name="Slide Number Placeholder 5"/>
          <p:cNvSpPr>
            <a:spLocks noGrp="1"/>
          </p:cNvSpPr>
          <p:nvPr>
            <p:ph type="sldNum" sz="quarter" idx="12"/>
          </p:nvPr>
        </p:nvSpPr>
        <p:spPr/>
        <p:txBody>
          <a:bodyPr/>
          <a:lstStyle/>
          <a:p>
            <a:pPr>
              <a:defRPr/>
            </a:pPr>
            <a:fld id="{5AC5F77F-66C9-B04B-B94C-B68F71024283}" type="slidenum">
              <a:rPr lang="en-US" smtClean="0"/>
              <a:pPr>
                <a:defRPr/>
              </a:pPr>
              <a:t>‹#›</a:t>
            </a:fld>
            <a:endParaRPr lang="en-US"/>
          </a:p>
        </p:txBody>
      </p:sp>
      <p:cxnSp>
        <p:nvCxnSpPr>
          <p:cNvPr id="15" name="Straight Connector 14"/>
          <p:cNvCxnSpPr/>
          <p:nvPr/>
        </p:nvCxnSpPr>
        <p:spPr>
          <a:xfrm>
            <a:off x="1278465" y="4140199"/>
            <a:ext cx="6606425"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28741959"/>
      </p:ext>
    </p:extLst>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34333" y="982132"/>
            <a:ext cx="6400250"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00200" y="3352799"/>
            <a:ext cx="5892798" cy="651933"/>
          </a:xfrm>
        </p:spPr>
        <p:txBody>
          <a:bodyPr anchor="ctr">
            <a:normAutofit/>
          </a:bodyPr>
          <a:lstStyle>
            <a:lvl1pPr marL="0" indent="0" algn="r">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76863" y="4343400"/>
            <a:ext cx="6798738"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7823DC5D-7ACB-A846-A411-E90AA88C6704}" type="datetime1">
              <a:rPr lang="en-US" smtClean="0"/>
              <a:t>4/21/2022</a:t>
            </a:fld>
            <a:endParaRPr lang="en-US"/>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6" name="Slide Number Placeholder 5"/>
          <p:cNvSpPr>
            <a:spLocks noGrp="1"/>
          </p:cNvSpPr>
          <p:nvPr>
            <p:ph type="sldNum" sz="quarter" idx="12"/>
          </p:nvPr>
        </p:nvSpPr>
        <p:spPr/>
        <p:txBody>
          <a:bodyPr/>
          <a:lstStyle/>
          <a:p>
            <a:pPr>
              <a:defRPr/>
            </a:pPr>
            <a:fld id="{5AC5F77F-66C9-B04B-B94C-B68F71024283}" type="slidenum">
              <a:rPr lang="en-US" smtClean="0"/>
              <a:pPr>
                <a:defRPr/>
              </a:pPr>
              <a:t>‹#›</a:t>
            </a:fld>
            <a:endParaRPr lang="en-US"/>
          </a:p>
        </p:txBody>
      </p:sp>
      <p:sp>
        <p:nvSpPr>
          <p:cNvPr id="14" name="TextBox 13"/>
          <p:cNvSpPr txBox="1"/>
          <p:nvPr/>
        </p:nvSpPr>
        <p:spPr>
          <a:xfrm>
            <a:off x="849969" y="905362"/>
            <a:ext cx="457319" cy="584776"/>
          </a:xfrm>
          <a:prstGeom prst="rect">
            <a:avLst/>
          </a:prstGeom>
        </p:spPr>
        <p:txBody>
          <a:bodyPr vert="horz" lIns="91440" tIns="45720" rIns="91440" bIns="45720" rtlCol="0" anchor="ctr">
            <a:noAutofit/>
          </a:bodyPr>
          <a:lstStyle/>
          <a:p>
            <a:pPr lvl="0"/>
            <a:r>
              <a:rPr lang="en-US" sz="7200" dirty="0">
                <a:solidFill>
                  <a:schemeClr val="tx1"/>
                </a:solidFill>
                <a:effectLst/>
              </a:rPr>
              <a:t>“</a:t>
            </a:r>
          </a:p>
        </p:txBody>
      </p:sp>
      <p:sp>
        <p:nvSpPr>
          <p:cNvPr id="15" name="TextBox 14"/>
          <p:cNvSpPr txBox="1"/>
          <p:nvPr/>
        </p:nvSpPr>
        <p:spPr>
          <a:xfrm>
            <a:off x="7633503" y="2827870"/>
            <a:ext cx="457319" cy="584776"/>
          </a:xfrm>
          <a:prstGeom prst="rect">
            <a:avLst/>
          </a:prstGeom>
        </p:spPr>
        <p:txBody>
          <a:bodyPr vert="horz" lIns="91440" tIns="45720" rIns="91440" bIns="45720" rtlCol="0" anchor="ctr">
            <a:noAutofit/>
          </a:bodyPr>
          <a:lstStyle/>
          <a:p>
            <a:pPr lvl="0" algn="r"/>
            <a:r>
              <a:rPr lang="en-US" sz="7200" dirty="0">
                <a:solidFill>
                  <a:schemeClr val="tx1"/>
                </a:solidFill>
                <a:effectLst/>
              </a:rPr>
              <a:t>”</a:t>
            </a:r>
          </a:p>
        </p:txBody>
      </p:sp>
      <p:cxnSp>
        <p:nvCxnSpPr>
          <p:cNvPr id="19" name="Straight Connector 18"/>
          <p:cNvCxnSpPr/>
          <p:nvPr/>
        </p:nvCxnSpPr>
        <p:spPr>
          <a:xfrm>
            <a:off x="1278466" y="4140199"/>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73471757"/>
      </p:ext>
    </p:extLst>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76869" y="3308581"/>
            <a:ext cx="679872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76868" y="4777381"/>
            <a:ext cx="6798730" cy="8604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7823DC5D-7ACB-A846-A411-E90AA88C6704}" type="datetime1">
              <a:rPr lang="en-US" smtClean="0"/>
              <a:t>4/21/2022</a:t>
            </a:fld>
            <a:endParaRPr lang="en-US"/>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6" name="Slide Number Placeholder 5"/>
          <p:cNvSpPr>
            <a:spLocks noGrp="1"/>
          </p:cNvSpPr>
          <p:nvPr>
            <p:ph type="sldNum" sz="quarter" idx="12"/>
          </p:nvPr>
        </p:nvSpPr>
        <p:spPr/>
        <p:txBody>
          <a:bodyPr/>
          <a:lstStyle/>
          <a:p>
            <a:pPr>
              <a:defRPr/>
            </a:pPr>
            <a:fld id="{5AC5F77F-66C9-B04B-B94C-B68F71024283}" type="slidenum">
              <a:rPr lang="en-US" smtClean="0"/>
              <a:pPr>
                <a:defRPr/>
              </a:pPr>
              <a:t>‹#›</a:t>
            </a:fld>
            <a:endParaRPr lang="en-US"/>
          </a:p>
        </p:txBody>
      </p:sp>
    </p:spTree>
    <p:extLst>
      <p:ext uri="{BB962C8B-B14F-4D97-AF65-F5344CB8AC3E}">
        <p14:creationId xmlns:p14="http://schemas.microsoft.com/office/powerpoint/2010/main" val="3398004947"/>
      </p:ext>
    </p:extLst>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09416" y="982132"/>
            <a:ext cx="632516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8" name="Text Placeholder 2"/>
          <p:cNvSpPr>
            <a:spLocks noGrp="1"/>
          </p:cNvSpPr>
          <p:nvPr>
            <p:ph type="body" idx="13"/>
          </p:nvPr>
        </p:nvSpPr>
        <p:spPr>
          <a:xfrm>
            <a:off x="1176868" y="3639312"/>
            <a:ext cx="6798730" cy="886968"/>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176865" y="4529667"/>
            <a:ext cx="6798736" cy="1346200"/>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7823DC5D-7ACB-A846-A411-E90AA88C6704}" type="datetime1">
              <a:rPr lang="en-US" smtClean="0"/>
              <a:t>4/21/2022</a:t>
            </a:fld>
            <a:endParaRPr lang="en-US"/>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6" name="Slide Number Placeholder 5"/>
          <p:cNvSpPr>
            <a:spLocks noGrp="1"/>
          </p:cNvSpPr>
          <p:nvPr>
            <p:ph type="sldNum" sz="quarter" idx="12"/>
          </p:nvPr>
        </p:nvSpPr>
        <p:spPr/>
        <p:txBody>
          <a:bodyPr/>
          <a:lstStyle/>
          <a:p>
            <a:pPr>
              <a:defRPr/>
            </a:pPr>
            <a:fld id="{5AC5F77F-66C9-B04B-B94C-B68F71024283}" type="slidenum">
              <a:rPr lang="en-US" smtClean="0"/>
              <a:pPr>
                <a:defRPr/>
              </a:pPr>
              <a:t>‹#›</a:t>
            </a:fld>
            <a:endParaRPr lang="en-US"/>
          </a:p>
        </p:txBody>
      </p:sp>
      <p:sp>
        <p:nvSpPr>
          <p:cNvPr id="12" name="TextBox 11"/>
          <p:cNvSpPr txBox="1"/>
          <p:nvPr/>
        </p:nvSpPr>
        <p:spPr>
          <a:xfrm>
            <a:off x="878060" y="896895"/>
            <a:ext cx="457319"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7649796" y="2607728"/>
            <a:ext cx="457319"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278466" y="342900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0412369"/>
      </p:ext>
    </p:extLst>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76865" y="982131"/>
            <a:ext cx="6798734" cy="2294467"/>
          </a:xfrm>
        </p:spPr>
        <p:txBody>
          <a:bodyPr vert="horz" lIns="91440" tIns="45720" rIns="91440" bIns="45720" rtlCol="0" anchor="ctr">
            <a:normAutofit/>
          </a:bodyPr>
          <a:lstStyle>
            <a:lvl1pPr>
              <a:defRPr lang="en-US" sz="3200" b="0" dirty="0"/>
            </a:lvl1pPr>
          </a:lstStyle>
          <a:p>
            <a:pPr marL="0" lvl="0"/>
            <a:r>
              <a:rPr lang="en-US"/>
              <a:t>Click to edit Master title style</a:t>
            </a:r>
            <a:endParaRPr lang="en-US" dirty="0"/>
          </a:p>
        </p:txBody>
      </p:sp>
      <p:sp>
        <p:nvSpPr>
          <p:cNvPr id="14" name="Text Placeholder 2"/>
          <p:cNvSpPr>
            <a:spLocks noGrp="1"/>
          </p:cNvSpPr>
          <p:nvPr>
            <p:ph type="body" idx="13"/>
          </p:nvPr>
        </p:nvSpPr>
        <p:spPr>
          <a:xfrm>
            <a:off x="1176868" y="3566160"/>
            <a:ext cx="6798730" cy="905256"/>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176866" y="4470400"/>
            <a:ext cx="6798734" cy="1405467"/>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7823DC5D-7ACB-A846-A411-E90AA88C6704}" type="datetime1">
              <a:rPr lang="en-US" smtClean="0"/>
              <a:t>4/21/2022</a:t>
            </a:fld>
            <a:endParaRPr lang="en-US"/>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6" name="Slide Number Placeholder 5"/>
          <p:cNvSpPr>
            <a:spLocks noGrp="1"/>
          </p:cNvSpPr>
          <p:nvPr>
            <p:ph type="sldNum" sz="quarter" idx="12"/>
          </p:nvPr>
        </p:nvSpPr>
        <p:spPr/>
        <p:txBody>
          <a:bodyPr/>
          <a:lstStyle/>
          <a:p>
            <a:pPr>
              <a:defRPr/>
            </a:pPr>
            <a:fld id="{5AC5F77F-66C9-B04B-B94C-B68F71024283}" type="slidenum">
              <a:rPr lang="en-US" smtClean="0"/>
              <a:pPr>
                <a:defRPr/>
              </a:pPr>
              <a:t>‹#›</a:t>
            </a:fld>
            <a:endParaRPr lang="en-US"/>
          </a:p>
        </p:txBody>
      </p:sp>
      <p:cxnSp>
        <p:nvCxnSpPr>
          <p:cNvPr id="15" name="Straight Connector 14"/>
          <p:cNvCxnSpPr/>
          <p:nvPr/>
        </p:nvCxnSpPr>
        <p:spPr>
          <a:xfrm>
            <a:off x="1278469" y="3429000"/>
            <a:ext cx="6606421"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90099640"/>
      </p:ext>
    </p:extLst>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176865" y="2490135"/>
            <a:ext cx="6798736" cy="338573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A72FE822-76AE-3746-8338-468ADE492E9E}" type="datetime1">
              <a:rPr lang="en-US" smtClean="0"/>
              <a:t>4/21/2022</a:t>
            </a:fld>
            <a:endParaRPr lang="en-US"/>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6" name="Slide Number Placeholder 5"/>
          <p:cNvSpPr>
            <a:spLocks noGrp="1"/>
          </p:cNvSpPr>
          <p:nvPr>
            <p:ph type="sldNum" sz="quarter" idx="12"/>
          </p:nvPr>
        </p:nvSpPr>
        <p:spPr/>
        <p:txBody>
          <a:bodyPr/>
          <a:lstStyle/>
          <a:p>
            <a:pPr>
              <a:defRPr/>
            </a:pPr>
            <a:fld id="{8869BD90-93E8-7D4C-B473-7191F00429CB}" type="slidenum">
              <a:rPr lang="en-US" smtClean="0"/>
              <a:pPr>
                <a:defRPr/>
              </a:pPr>
              <a:t>‹#›</a:t>
            </a:fld>
            <a:endParaRPr lang="en-US"/>
          </a:p>
        </p:txBody>
      </p:sp>
      <p:cxnSp>
        <p:nvCxnSpPr>
          <p:cNvPr id="14" name="Straight Connector 13"/>
          <p:cNvCxnSpPr/>
          <p:nvPr/>
        </p:nvCxnSpPr>
        <p:spPr>
          <a:xfrm>
            <a:off x="1278466" y="2354670"/>
            <a:ext cx="660642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332594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356667" y="906873"/>
            <a:ext cx="1618930" cy="496899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76867" y="906873"/>
            <a:ext cx="4915509" cy="496899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8DC00C6F-8C67-1B43-80E9-CFE97FD9DFA1}" type="datetime1">
              <a:rPr lang="en-US" smtClean="0"/>
              <a:t>4/21/2022</a:t>
            </a:fld>
            <a:endParaRPr lang="en-US"/>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6" name="Slide Number Placeholder 5"/>
          <p:cNvSpPr>
            <a:spLocks noGrp="1"/>
          </p:cNvSpPr>
          <p:nvPr>
            <p:ph type="sldNum" sz="quarter" idx="12"/>
          </p:nvPr>
        </p:nvSpPr>
        <p:spPr/>
        <p:txBody>
          <a:bodyPr/>
          <a:lstStyle/>
          <a:p>
            <a:pPr>
              <a:defRPr/>
            </a:pPr>
            <a:fld id="{BA7DC435-2897-F34A-8447-1EC8A691D119}" type="slidenum">
              <a:rPr lang="en-US" smtClean="0"/>
              <a:pPr>
                <a:defRPr/>
              </a:pPr>
              <a:t>‹#›</a:t>
            </a:fld>
            <a:endParaRPr lang="en-US"/>
          </a:p>
        </p:txBody>
      </p:sp>
      <p:cxnSp>
        <p:nvCxnSpPr>
          <p:cNvPr id="14" name="Straight Connector 13"/>
          <p:cNvCxnSpPr/>
          <p:nvPr/>
        </p:nvCxnSpPr>
        <p:spPr>
          <a:xfrm>
            <a:off x="6245512" y="906873"/>
            <a:ext cx="0" cy="4968993"/>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865100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0" y="0"/>
            <a:ext cx="9152467" cy="6858000"/>
            <a:chOff x="0" y="0"/>
            <a:chExt cx="9152467" cy="6858000"/>
          </a:xfrm>
        </p:grpSpPr>
        <p:pic>
          <p:nvPicPr>
            <p:cNvPr id="8" name="Picture 7" descr="S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9" name="Rectangle 8"/>
            <p:cNvSpPr/>
            <p:nvPr/>
          </p:nvSpPr>
          <p:spPr>
            <a:xfrm>
              <a:off x="553888" y="542807"/>
              <a:ext cx="8039776" cy="5756392"/>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p:blipFill>
          <p:spPr>
            <a:xfrm>
              <a:off x="0" y="3128434"/>
              <a:ext cx="68580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p:blipFill>
          <p:spPr>
            <a:xfrm>
              <a:off x="8466667" y="3128434"/>
              <a:ext cx="685800" cy="606425"/>
            </a:xfrm>
            <a:prstGeom prst="rect">
              <a:avLst/>
            </a:prstGeom>
          </p:spPr>
        </p:pic>
      </p:grpSp>
      <p:sp>
        <p:nvSpPr>
          <p:cNvPr id="2" name="Title Placeholder 1"/>
          <p:cNvSpPr>
            <a:spLocks noGrp="1"/>
          </p:cNvSpPr>
          <p:nvPr>
            <p:ph type="title"/>
          </p:nvPr>
        </p:nvSpPr>
        <p:spPr>
          <a:xfrm>
            <a:off x="1176866" y="915337"/>
            <a:ext cx="6798734"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76865" y="2490135"/>
            <a:ext cx="6798736" cy="3444997"/>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356670" y="5960533"/>
            <a:ext cx="1148283"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pPr>
              <a:defRPr/>
            </a:pPr>
            <a:fld id="{7823DC5D-7ACB-A846-A411-E90AA88C6704}" type="datetime1">
              <a:rPr lang="en-US" smtClean="0"/>
              <a:t>4/21/2022</a:t>
            </a:fld>
            <a:endParaRPr lang="en-US"/>
          </a:p>
        </p:txBody>
      </p:sp>
      <p:sp>
        <p:nvSpPr>
          <p:cNvPr id="5" name="Footer Placeholder 4"/>
          <p:cNvSpPr>
            <a:spLocks noGrp="1"/>
          </p:cNvSpPr>
          <p:nvPr>
            <p:ph type="ftr" sz="quarter" idx="3"/>
          </p:nvPr>
        </p:nvSpPr>
        <p:spPr>
          <a:xfrm>
            <a:off x="1176865" y="5960533"/>
            <a:ext cx="5104667"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pPr>
              <a:defRPr/>
            </a:pPr>
            <a:r>
              <a:rPr lang="en-US"/>
              <a:t>Chapter 5 System modeling</a:t>
            </a:r>
          </a:p>
        </p:txBody>
      </p:sp>
      <p:sp>
        <p:nvSpPr>
          <p:cNvPr id="6" name="Slide Number Placeholder 5"/>
          <p:cNvSpPr>
            <a:spLocks noGrp="1"/>
          </p:cNvSpPr>
          <p:nvPr>
            <p:ph type="sldNum" sz="quarter" idx="4"/>
          </p:nvPr>
        </p:nvSpPr>
        <p:spPr>
          <a:xfrm>
            <a:off x="7580091" y="5960533"/>
            <a:ext cx="39551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pPr>
              <a:defRPr/>
            </a:pPr>
            <a:fld id="{5AC5F77F-66C9-B04B-B94C-B68F71024283}" type="slidenum">
              <a:rPr lang="en-US" smtClean="0"/>
              <a:pPr>
                <a:defRPr/>
              </a:pPr>
              <a:t>‹#›</a:t>
            </a:fld>
            <a:endParaRPr lang="en-US"/>
          </a:p>
        </p:txBody>
      </p:sp>
    </p:spTree>
    <p:extLst>
      <p:ext uri="{BB962C8B-B14F-4D97-AF65-F5344CB8AC3E}">
        <p14:creationId xmlns:p14="http://schemas.microsoft.com/office/powerpoint/2010/main" val="635890779"/>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756" r:id="rId12"/>
    <p:sldLayoutId id="2147483757" r:id="rId13"/>
    <p:sldLayoutId id="2147483758" r:id="rId14"/>
    <p:sldLayoutId id="2147483759" r:id="rId15"/>
    <p:sldLayoutId id="2147483760" r:id="rId16"/>
    <p:sldLayoutId id="2147483761" r:id="rId17"/>
  </p:sldLayoutIdLst>
  <p:hf hdr="0" dt="0"/>
  <p:txStyles>
    <p:titleStyle>
      <a:lvl1pPr algn="ctr" defTabSz="457200" rtl="0" eaLnBrk="1" latinLnBrk="0" hangingPunct="1">
        <a:spcBef>
          <a:spcPct val="0"/>
        </a:spcBef>
        <a:buNone/>
        <a:defRPr sz="40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6.png"/><Relationship Id="rId2" Type="http://schemas.openxmlformats.org/officeDocument/2006/relationships/image" Target="../media/image7.jpe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jpeg"/><Relationship Id="rId4" Type="http://schemas.openxmlformats.org/officeDocument/2006/relationships/image" Target="../media/image9.png"/></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7.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7.jpe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7.jpe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7.jpeg"/><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pdf"/><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4.pdf"/><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1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6.pd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6.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8.pdf"/><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10.pdf"/><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12.pdf"/><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14.pdf"/><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16.pdf"/><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18.pdf"/><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8" Type="http://schemas.openxmlformats.org/officeDocument/2006/relationships/diagramColors" Target="../diagrams/colors14.xml"/><Relationship Id="rId3" Type="http://schemas.openxmlformats.org/officeDocument/2006/relationships/image" Target="../media/image38.png"/><Relationship Id="rId7" Type="http://schemas.openxmlformats.org/officeDocument/2006/relationships/diagramQuickStyle" Target="../diagrams/quickStyle14.xml"/><Relationship Id="rId2" Type="http://schemas.openxmlformats.org/officeDocument/2006/relationships/image" Target="../media/image7.jpeg"/><Relationship Id="rId1" Type="http://schemas.openxmlformats.org/officeDocument/2006/relationships/slideLayout" Target="../slideLayouts/slideLayout2.xml"/><Relationship Id="rId6" Type="http://schemas.openxmlformats.org/officeDocument/2006/relationships/diagramLayout" Target="../diagrams/layout14.xml"/><Relationship Id="rId5" Type="http://schemas.openxmlformats.org/officeDocument/2006/relationships/diagramData" Target="../diagrams/data14.xml"/><Relationship Id="rId4" Type="http://schemas.openxmlformats.org/officeDocument/2006/relationships/image" Target="../media/image39.png"/><Relationship Id="rId9" Type="http://schemas.microsoft.com/office/2007/relationships/diagramDrawing" Target="../diagrams/drawing14.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grpSp>
        <p:nvGrpSpPr>
          <p:cNvPr id="71" name="Group 70">
            <a:extLst>
              <a:ext uri="{FF2B5EF4-FFF2-40B4-BE49-F238E27FC236}">
                <a16:creationId xmlns:a16="http://schemas.microsoft.com/office/drawing/2014/main" id="{7575D7A7-3C36-4508-9BC6-70A93BD3C43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2700" y="0"/>
            <a:ext cx="9173369" cy="6856214"/>
            <a:chOff x="-16934" y="0"/>
            <a:chExt cx="12231160" cy="6856214"/>
          </a:xfrm>
        </p:grpSpPr>
        <p:pic>
          <p:nvPicPr>
            <p:cNvPr id="72" name="Picture 71">
              <a:extLst>
                <a:ext uri="{FF2B5EF4-FFF2-40B4-BE49-F238E27FC236}">
                  <a16:creationId xmlns:a16="http://schemas.microsoft.com/office/drawing/2014/main" id="{BC964A0D-06B7-4C16-AC9F-20ADDA8059EB}"/>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73" name="Rectangle 72">
              <a:extLst>
                <a:ext uri="{FF2B5EF4-FFF2-40B4-BE49-F238E27FC236}">
                  <a16:creationId xmlns:a16="http://schemas.microsoft.com/office/drawing/2014/main" id="{F5703F5C-55DF-45CD-BC3F-3BE8F10339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74" name="Picture 73">
              <a:extLst>
                <a:ext uri="{FF2B5EF4-FFF2-40B4-BE49-F238E27FC236}">
                  <a16:creationId xmlns:a16="http://schemas.microsoft.com/office/drawing/2014/main" id="{A8C7134F-70F9-4826-A97E-9B39AEA08F5B}"/>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75" name="Picture 74">
              <a:extLst>
                <a:ext uri="{FF2B5EF4-FFF2-40B4-BE49-F238E27FC236}">
                  <a16:creationId xmlns:a16="http://schemas.microsoft.com/office/drawing/2014/main" id="{39351E73-B6DD-4B56-8EE9-C16B5711C46D}"/>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cxnSp>
        <p:nvCxnSpPr>
          <p:cNvPr id="77" name="Straight Connector 76">
            <a:extLst>
              <a:ext uri="{FF2B5EF4-FFF2-40B4-BE49-F238E27FC236}">
                <a16:creationId xmlns:a16="http://schemas.microsoft.com/office/drawing/2014/main" id="{AE446D0E-6531-40B7-A182-FB860243977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019299" y="3522131"/>
            <a:ext cx="5111751" cy="0"/>
          </a:xfrm>
          <a:prstGeom prst="line">
            <a:avLst/>
          </a:prstGeom>
        </p:spPr>
        <p:style>
          <a:lnRef idx="2">
            <a:schemeClr val="accent1"/>
          </a:lnRef>
          <a:fillRef idx="0">
            <a:schemeClr val="accent1"/>
          </a:fillRef>
          <a:effectRef idx="1">
            <a:schemeClr val="accent1"/>
          </a:effectRef>
          <a:fontRef idx="minor">
            <a:schemeClr val="tx1"/>
          </a:fontRef>
        </p:style>
      </p:cxnSp>
      <p:sp useBgFill="1">
        <p:nvSpPr>
          <p:cNvPr id="79" name="Rectangle 78">
            <a:extLst>
              <a:ext uri="{FF2B5EF4-FFF2-40B4-BE49-F238E27FC236}">
                <a16:creationId xmlns:a16="http://schemas.microsoft.com/office/drawing/2014/main" id="{C8BABCA7-C1E0-41BA-A822-5F61251AA6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blipFill>
            <a:blip r:embed="rId5"/>
            <a:stretch/>
          </a:blipFill>
          <a:ln w="15875" cap="flat" cmpd="sng" algn="ctr">
            <a:solidFill>
              <a:srgbClr val="B15E28">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Garamond" panose="02020404030301010803"/>
              <a:ea typeface="+mn-ea"/>
              <a:cs typeface="+mn-cs"/>
            </a:endParaRPr>
          </a:p>
        </p:txBody>
      </p:sp>
      <p:grpSp>
        <p:nvGrpSpPr>
          <p:cNvPr id="81" name="Group 80">
            <a:extLst>
              <a:ext uri="{FF2B5EF4-FFF2-40B4-BE49-F238E27FC236}">
                <a16:creationId xmlns:a16="http://schemas.microsoft.com/office/drawing/2014/main" id="{2E5D6EB5-6FDB-477A-98F5-7409CD53754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1618" cy="6872226"/>
            <a:chOff x="0" y="0"/>
            <a:chExt cx="12188825" cy="6872226"/>
          </a:xfrm>
        </p:grpSpPr>
        <p:pic>
          <p:nvPicPr>
            <p:cNvPr id="82" name="Picture 81">
              <a:extLst>
                <a:ext uri="{FF2B5EF4-FFF2-40B4-BE49-F238E27FC236}">
                  <a16:creationId xmlns:a16="http://schemas.microsoft.com/office/drawing/2014/main" id="{5BB75167-5757-4E5F-869B-5A350BF43A86}"/>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6">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83" name="Rectangle 82">
              <a:extLst>
                <a:ext uri="{FF2B5EF4-FFF2-40B4-BE49-F238E27FC236}">
                  <a16:creationId xmlns:a16="http://schemas.microsoft.com/office/drawing/2014/main" id="{C8338DAE-FFCB-472B-A9EE-77E42FDBD3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84" name="Picture 83">
              <a:extLst>
                <a:ext uri="{FF2B5EF4-FFF2-40B4-BE49-F238E27FC236}">
                  <a16:creationId xmlns:a16="http://schemas.microsoft.com/office/drawing/2014/main" id="{52B2E0A0-4D94-4C05-97C1-32B5D88A2E89}"/>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7">
              <a:extLst>
                <a:ext uri="{28A0092B-C50C-407E-A947-70E740481C1C}">
                  <a14:useLocalDpi xmlns:a14="http://schemas.microsoft.com/office/drawing/2010/main" val="0"/>
                </a:ext>
              </a:extLst>
            </a:blip>
            <a:srcRect l="2" r="47673"/>
            <a:stretch/>
          </p:blipFill>
          <p:spPr>
            <a:xfrm rot="5400000">
              <a:off x="5245268" y="530352"/>
              <a:ext cx="1673352" cy="612648"/>
            </a:xfrm>
            <a:prstGeom prst="rect">
              <a:avLst/>
            </a:prstGeom>
          </p:spPr>
        </p:pic>
        <p:pic>
          <p:nvPicPr>
            <p:cNvPr id="85" name="Picture 84">
              <a:extLst>
                <a:ext uri="{FF2B5EF4-FFF2-40B4-BE49-F238E27FC236}">
                  <a16:creationId xmlns:a16="http://schemas.microsoft.com/office/drawing/2014/main" id="{A91E75C9-3350-4F0B-993E-89D3DBD76CC0}"/>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7">
              <a:extLst>
                <a:ext uri="{28A0092B-C50C-407E-A947-70E740481C1C}">
                  <a14:useLocalDpi xmlns:a14="http://schemas.microsoft.com/office/drawing/2010/main" val="0"/>
                </a:ext>
              </a:extLst>
            </a:blip>
            <a:srcRect r="48819"/>
            <a:stretch/>
          </p:blipFill>
          <p:spPr>
            <a:xfrm rot="5400000">
              <a:off x="5263556" y="5747514"/>
              <a:ext cx="1636776" cy="612648"/>
            </a:xfrm>
            <a:prstGeom prst="rect">
              <a:avLst/>
            </a:prstGeom>
          </p:spPr>
        </p:pic>
      </p:grpSp>
      <p:sp>
        <p:nvSpPr>
          <p:cNvPr id="13314" name="Title 3"/>
          <p:cNvSpPr>
            <a:spLocks noGrp="1"/>
          </p:cNvSpPr>
          <p:nvPr>
            <p:ph type="title"/>
          </p:nvPr>
        </p:nvSpPr>
        <p:spPr>
          <a:xfrm>
            <a:off x="2019298" y="1871131"/>
            <a:ext cx="5111752" cy="1515533"/>
          </a:xfrm>
        </p:spPr>
        <p:txBody>
          <a:bodyPr vert="horz" lIns="91440" tIns="45720" rIns="91440" bIns="45720" rtlCol="0" anchor="b">
            <a:normAutofit/>
          </a:bodyPr>
          <a:lstStyle/>
          <a:p>
            <a:pPr>
              <a:lnSpc>
                <a:spcPct val="90000"/>
              </a:lnSpc>
            </a:pPr>
            <a:r>
              <a:rPr lang="en-US" sz="5000"/>
              <a:t>Chapter 4 – System Modeling</a:t>
            </a:r>
          </a:p>
        </p:txBody>
      </p:sp>
      <p:sp>
        <p:nvSpPr>
          <p:cNvPr id="4" name="Content Placeholder 3"/>
          <p:cNvSpPr>
            <a:spLocks noGrp="1"/>
          </p:cNvSpPr>
          <p:nvPr>
            <p:ph idx="1"/>
          </p:nvPr>
        </p:nvSpPr>
        <p:spPr>
          <a:xfrm>
            <a:off x="2019298" y="3657597"/>
            <a:ext cx="5111752" cy="1320802"/>
          </a:xfrm>
        </p:spPr>
        <p:txBody>
          <a:bodyPr vert="horz" lIns="91440" tIns="45720" rIns="91440" bIns="45720" rtlCol="0" anchor="t">
            <a:normAutofit/>
          </a:bodyPr>
          <a:lstStyle/>
          <a:p>
            <a:pPr marL="0" indent="0" algn="ctr">
              <a:buNone/>
            </a:pPr>
            <a:r>
              <a:rPr lang="en-US" sz="2100">
                <a:solidFill>
                  <a:schemeClr val="tx1"/>
                </a:solidFill>
              </a:rPr>
              <a:t>Lecture 1</a:t>
            </a:r>
          </a:p>
        </p:txBody>
      </p:sp>
      <p:cxnSp>
        <p:nvCxnSpPr>
          <p:cNvPr id="87" name="Straight Connector 86">
            <a:extLst>
              <a:ext uri="{FF2B5EF4-FFF2-40B4-BE49-F238E27FC236}">
                <a16:creationId xmlns:a16="http://schemas.microsoft.com/office/drawing/2014/main" id="{889FB2CC-C7A1-4A53-A088-636FB487FE6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019299" y="3522131"/>
            <a:ext cx="5111751"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sp>
        <p:nvSpPr>
          <p:cNvPr id="6" name="Footer Placeholder 5"/>
          <p:cNvSpPr>
            <a:spLocks noGrp="1"/>
          </p:cNvSpPr>
          <p:nvPr>
            <p:ph type="ftr" sz="quarter" idx="11"/>
          </p:nvPr>
        </p:nvSpPr>
        <p:spPr>
          <a:xfrm>
            <a:off x="2019297" y="5037663"/>
            <a:ext cx="3910977" cy="279400"/>
          </a:xfrm>
        </p:spPr>
        <p:txBody>
          <a:bodyPr vert="horz" lIns="91440" tIns="45720" rIns="91440" bIns="45720" rtlCol="0" anchor="ctr">
            <a:normAutofit/>
          </a:bodyPr>
          <a:lstStyle/>
          <a:p>
            <a:pPr>
              <a:spcAft>
                <a:spcPts val="600"/>
              </a:spcAft>
              <a:defRPr/>
            </a:pPr>
            <a:r>
              <a:rPr lang="en-US" b="0" i="0" kern="1200" dirty="0">
                <a:solidFill>
                  <a:schemeClr val="tx1"/>
                </a:solidFill>
                <a:effectLst/>
                <a:latin typeface="+mn-lt"/>
                <a:ea typeface="+mn-ea"/>
                <a:cs typeface="+mn-cs"/>
              </a:rPr>
              <a:t>Chapter 5 System modeling</a:t>
            </a:r>
          </a:p>
        </p:txBody>
      </p:sp>
      <p:sp>
        <p:nvSpPr>
          <p:cNvPr id="5" name="Slide Number Placeholder 4"/>
          <p:cNvSpPr>
            <a:spLocks noGrp="1"/>
          </p:cNvSpPr>
          <p:nvPr>
            <p:ph type="sldNum" sz="quarter" idx="12"/>
          </p:nvPr>
        </p:nvSpPr>
        <p:spPr>
          <a:xfrm>
            <a:off x="6717675" y="5037663"/>
            <a:ext cx="413375" cy="279400"/>
          </a:xfrm>
        </p:spPr>
        <p:txBody>
          <a:bodyPr vert="horz" lIns="91440" tIns="45720" rIns="91440" bIns="45720" rtlCol="0" anchor="ctr">
            <a:normAutofit/>
          </a:bodyPr>
          <a:lstStyle/>
          <a:p>
            <a:pPr>
              <a:spcAft>
                <a:spcPts val="600"/>
              </a:spcAft>
              <a:defRPr/>
            </a:pPr>
            <a:fld id="{DEC9DA09-039A-A841-BA90-58CFCFBF8E01}" type="slidenum">
              <a:rPr lang="en-US" b="0" i="0" kern="1200" dirty="0">
                <a:solidFill>
                  <a:schemeClr val="tx1"/>
                </a:solidFill>
                <a:effectLst/>
                <a:latin typeface="+mn-lt"/>
                <a:ea typeface="+mn-ea"/>
                <a:cs typeface="+mn-cs"/>
              </a:rPr>
              <a:pPr>
                <a:spcAft>
                  <a:spcPts val="600"/>
                </a:spcAft>
                <a:defRPr/>
              </a:pPr>
              <a:t>1</a:t>
            </a:fld>
            <a:endParaRPr lang="en-US" b="0" i="0" kern="1200" dirty="0">
              <a:solidFill>
                <a:schemeClr val="tx1"/>
              </a:solidFill>
              <a:effectLst/>
              <a:latin typeface="+mn-lt"/>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71551" y="982132"/>
            <a:ext cx="7200897" cy="1303867"/>
          </a:xfrm>
        </p:spPr>
        <p:txBody>
          <a:bodyPr>
            <a:normAutofit/>
          </a:bodyPr>
          <a:lstStyle/>
          <a:p>
            <a:r>
              <a:rPr lang="en-US">
                <a:solidFill>
                  <a:srgbClr val="262626"/>
                </a:solidFill>
              </a:rPr>
              <a:t>Topics covered</a:t>
            </a:r>
          </a:p>
        </p:txBody>
      </p:sp>
      <p:sp>
        <p:nvSpPr>
          <p:cNvPr id="5" name="Footer Placeholder 4"/>
          <p:cNvSpPr>
            <a:spLocks noGrp="1"/>
          </p:cNvSpPr>
          <p:nvPr>
            <p:ph type="ftr" sz="quarter" idx="11"/>
          </p:nvPr>
        </p:nvSpPr>
        <p:spPr>
          <a:xfrm>
            <a:off x="971550" y="5969000"/>
            <a:ext cx="5479425" cy="279400"/>
          </a:xfrm>
        </p:spPr>
        <p:txBody>
          <a:bodyPr>
            <a:normAutofit/>
          </a:bodyPr>
          <a:lstStyle/>
          <a:p>
            <a:pPr>
              <a:spcAft>
                <a:spcPts val="600"/>
              </a:spcAft>
              <a:defRPr/>
            </a:pPr>
            <a:r>
              <a:rPr lang="en-US">
                <a:solidFill>
                  <a:srgbClr val="000000"/>
                </a:solidFill>
              </a:rPr>
              <a:t>Chapter 5 System modeling</a:t>
            </a:r>
          </a:p>
        </p:txBody>
      </p:sp>
      <p:sp>
        <p:nvSpPr>
          <p:cNvPr id="4" name="Slide Number Placeholder 3"/>
          <p:cNvSpPr>
            <a:spLocks noGrp="1"/>
          </p:cNvSpPr>
          <p:nvPr>
            <p:ph type="sldNum" sz="quarter" idx="12"/>
          </p:nvPr>
        </p:nvSpPr>
        <p:spPr>
          <a:xfrm>
            <a:off x="7765425" y="5969000"/>
            <a:ext cx="407023" cy="279400"/>
          </a:xfrm>
        </p:spPr>
        <p:txBody>
          <a:bodyPr>
            <a:normAutofit/>
          </a:bodyPr>
          <a:lstStyle/>
          <a:p>
            <a:pPr>
              <a:spcAft>
                <a:spcPts val="600"/>
              </a:spcAft>
              <a:defRPr/>
            </a:pPr>
            <a:fld id="{DEC9DA09-039A-A841-BA90-58CFCFBF8E01}" type="slidenum">
              <a:rPr lang="en-US">
                <a:solidFill>
                  <a:srgbClr val="000000"/>
                </a:solidFill>
              </a:rPr>
              <a:pPr>
                <a:spcAft>
                  <a:spcPts val="600"/>
                </a:spcAft>
                <a:defRPr/>
              </a:pPr>
              <a:t>2</a:t>
            </a:fld>
            <a:endParaRPr lang="en-US">
              <a:solidFill>
                <a:srgbClr val="000000"/>
              </a:solidFill>
            </a:endParaRPr>
          </a:p>
        </p:txBody>
      </p:sp>
      <p:graphicFrame>
        <p:nvGraphicFramePr>
          <p:cNvPr id="7" name="Content Placeholder 2">
            <a:extLst>
              <a:ext uri="{FF2B5EF4-FFF2-40B4-BE49-F238E27FC236}">
                <a16:creationId xmlns:a16="http://schemas.microsoft.com/office/drawing/2014/main" id="{B56F97FB-E1B1-B6F3-AE3F-71D87F615EC3}"/>
              </a:ext>
            </a:extLst>
          </p:cNvPr>
          <p:cNvGraphicFramePr>
            <a:graphicFrameLocks noGrp="1"/>
          </p:cNvGraphicFramePr>
          <p:nvPr>
            <p:ph idx="1"/>
            <p:extLst>
              <p:ext uri="{D42A27DB-BD31-4B8C-83A1-F6EECF244321}">
                <p14:modId xmlns:p14="http://schemas.microsoft.com/office/powerpoint/2010/main" val="1994008147"/>
              </p:ext>
            </p:extLst>
          </p:nvPr>
        </p:nvGraphicFramePr>
        <p:xfrm>
          <a:off x="971550" y="2772384"/>
          <a:ext cx="7200897" cy="287488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71551" y="982132"/>
            <a:ext cx="7200897" cy="1303867"/>
          </a:xfrm>
        </p:spPr>
        <p:txBody>
          <a:bodyPr>
            <a:normAutofit/>
          </a:bodyPr>
          <a:lstStyle/>
          <a:p>
            <a:r>
              <a:rPr lang="en-US">
                <a:solidFill>
                  <a:srgbClr val="262626"/>
                </a:solidFill>
              </a:rPr>
              <a:t>System modeling</a:t>
            </a:r>
          </a:p>
        </p:txBody>
      </p:sp>
      <p:sp>
        <p:nvSpPr>
          <p:cNvPr id="5" name="Footer Placeholder 4"/>
          <p:cNvSpPr>
            <a:spLocks noGrp="1"/>
          </p:cNvSpPr>
          <p:nvPr>
            <p:ph type="ftr" sz="quarter" idx="11"/>
          </p:nvPr>
        </p:nvSpPr>
        <p:spPr>
          <a:xfrm>
            <a:off x="971550" y="5969000"/>
            <a:ext cx="5479425" cy="279400"/>
          </a:xfrm>
        </p:spPr>
        <p:txBody>
          <a:bodyPr>
            <a:normAutofit/>
          </a:bodyPr>
          <a:lstStyle/>
          <a:p>
            <a:pPr>
              <a:spcAft>
                <a:spcPts val="600"/>
              </a:spcAft>
              <a:defRPr/>
            </a:pPr>
            <a:r>
              <a:rPr lang="en-US">
                <a:solidFill>
                  <a:srgbClr val="000000"/>
                </a:solidFill>
              </a:rPr>
              <a:t>Chapter 5 System modeling</a:t>
            </a:r>
          </a:p>
        </p:txBody>
      </p:sp>
      <p:sp>
        <p:nvSpPr>
          <p:cNvPr id="4" name="Slide Number Placeholder 3"/>
          <p:cNvSpPr>
            <a:spLocks noGrp="1"/>
          </p:cNvSpPr>
          <p:nvPr>
            <p:ph type="sldNum" sz="quarter" idx="12"/>
          </p:nvPr>
        </p:nvSpPr>
        <p:spPr>
          <a:xfrm>
            <a:off x="7765425" y="5969000"/>
            <a:ext cx="407023" cy="279400"/>
          </a:xfrm>
        </p:spPr>
        <p:txBody>
          <a:bodyPr>
            <a:normAutofit/>
          </a:bodyPr>
          <a:lstStyle/>
          <a:p>
            <a:pPr>
              <a:spcAft>
                <a:spcPts val="600"/>
              </a:spcAft>
              <a:defRPr/>
            </a:pPr>
            <a:fld id="{DEC9DA09-039A-A841-BA90-58CFCFBF8E01}" type="slidenum">
              <a:rPr lang="en-US">
                <a:solidFill>
                  <a:srgbClr val="000000"/>
                </a:solidFill>
              </a:rPr>
              <a:pPr>
                <a:spcAft>
                  <a:spcPts val="600"/>
                </a:spcAft>
                <a:defRPr/>
              </a:pPr>
              <a:t>3</a:t>
            </a:fld>
            <a:endParaRPr lang="en-US">
              <a:solidFill>
                <a:srgbClr val="000000"/>
              </a:solidFill>
            </a:endParaRPr>
          </a:p>
        </p:txBody>
      </p:sp>
      <p:graphicFrame>
        <p:nvGraphicFramePr>
          <p:cNvPr id="7" name="Content Placeholder 2">
            <a:extLst>
              <a:ext uri="{FF2B5EF4-FFF2-40B4-BE49-F238E27FC236}">
                <a16:creationId xmlns:a16="http://schemas.microsoft.com/office/drawing/2014/main" id="{26F6E02E-8BC7-9FCA-6293-6086F0E4E9AA}"/>
              </a:ext>
            </a:extLst>
          </p:cNvPr>
          <p:cNvGraphicFramePr>
            <a:graphicFrameLocks noGrp="1"/>
          </p:cNvGraphicFramePr>
          <p:nvPr>
            <p:ph idx="1"/>
            <p:extLst>
              <p:ext uri="{D42A27DB-BD31-4B8C-83A1-F6EECF244321}">
                <p14:modId xmlns:p14="http://schemas.microsoft.com/office/powerpoint/2010/main" val="2263482947"/>
              </p:ext>
            </p:extLst>
          </p:nvPr>
        </p:nvGraphicFramePr>
        <p:xfrm>
          <a:off x="971550" y="2772384"/>
          <a:ext cx="7200897" cy="287488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971551" y="982132"/>
            <a:ext cx="7200897" cy="1303867"/>
          </a:xfrm>
        </p:spPr>
        <p:txBody>
          <a:bodyPr lIns="90487" tIns="44450" rIns="90487" bIns="44450">
            <a:normAutofit/>
          </a:bodyPr>
          <a:lstStyle/>
          <a:p>
            <a:pPr>
              <a:lnSpc>
                <a:spcPct val="90000"/>
              </a:lnSpc>
            </a:pPr>
            <a:r>
              <a:rPr lang="en-GB">
                <a:solidFill>
                  <a:srgbClr val="262626"/>
                </a:solidFill>
              </a:rPr>
              <a:t>Existing and planned system models</a:t>
            </a:r>
          </a:p>
        </p:txBody>
      </p:sp>
      <p:sp>
        <p:nvSpPr>
          <p:cNvPr id="5" name="Footer Placeholder 4"/>
          <p:cNvSpPr>
            <a:spLocks noGrp="1"/>
          </p:cNvSpPr>
          <p:nvPr>
            <p:ph type="ftr" sz="quarter" idx="11"/>
          </p:nvPr>
        </p:nvSpPr>
        <p:spPr>
          <a:xfrm>
            <a:off x="971550" y="5969000"/>
            <a:ext cx="5479425" cy="279400"/>
          </a:xfrm>
        </p:spPr>
        <p:txBody>
          <a:bodyPr>
            <a:normAutofit/>
          </a:bodyPr>
          <a:lstStyle/>
          <a:p>
            <a:pPr>
              <a:spcAft>
                <a:spcPts val="600"/>
              </a:spcAft>
              <a:defRPr/>
            </a:pPr>
            <a:r>
              <a:rPr lang="en-US">
                <a:solidFill>
                  <a:srgbClr val="000000"/>
                </a:solidFill>
              </a:rPr>
              <a:t>Chapter 5 System modeling</a:t>
            </a:r>
          </a:p>
        </p:txBody>
      </p:sp>
      <p:sp>
        <p:nvSpPr>
          <p:cNvPr id="4" name="Slide Number Placeholder 3"/>
          <p:cNvSpPr>
            <a:spLocks noGrp="1"/>
          </p:cNvSpPr>
          <p:nvPr>
            <p:ph type="sldNum" sz="quarter" idx="12"/>
          </p:nvPr>
        </p:nvSpPr>
        <p:spPr>
          <a:xfrm>
            <a:off x="7765425" y="5969000"/>
            <a:ext cx="407023" cy="279400"/>
          </a:xfrm>
        </p:spPr>
        <p:txBody>
          <a:bodyPr>
            <a:normAutofit/>
          </a:bodyPr>
          <a:lstStyle/>
          <a:p>
            <a:pPr>
              <a:spcAft>
                <a:spcPts val="600"/>
              </a:spcAft>
              <a:defRPr/>
            </a:pPr>
            <a:fld id="{DEC9DA09-039A-A841-BA90-58CFCFBF8E01}" type="slidenum">
              <a:rPr lang="en-US">
                <a:solidFill>
                  <a:srgbClr val="000000"/>
                </a:solidFill>
              </a:rPr>
              <a:pPr>
                <a:spcAft>
                  <a:spcPts val="600"/>
                </a:spcAft>
                <a:defRPr/>
              </a:pPr>
              <a:t>4</a:t>
            </a:fld>
            <a:endParaRPr lang="en-US">
              <a:solidFill>
                <a:srgbClr val="000000"/>
              </a:solidFill>
            </a:endParaRPr>
          </a:p>
        </p:txBody>
      </p:sp>
      <p:graphicFrame>
        <p:nvGraphicFramePr>
          <p:cNvPr id="7173" name="Rectangle 3">
            <a:extLst>
              <a:ext uri="{FF2B5EF4-FFF2-40B4-BE49-F238E27FC236}">
                <a16:creationId xmlns:a16="http://schemas.microsoft.com/office/drawing/2014/main" id="{89CD2A91-826B-47CA-6614-0A0EDCF9F845}"/>
              </a:ext>
            </a:extLst>
          </p:cNvPr>
          <p:cNvGraphicFramePr>
            <a:graphicFrameLocks noGrp="1"/>
          </p:cNvGraphicFramePr>
          <p:nvPr>
            <p:ph idx="1"/>
            <p:extLst>
              <p:ext uri="{D42A27DB-BD31-4B8C-83A1-F6EECF244321}">
                <p14:modId xmlns:p14="http://schemas.microsoft.com/office/powerpoint/2010/main" val="2827000551"/>
              </p:ext>
            </p:extLst>
          </p:nvPr>
        </p:nvGraphicFramePr>
        <p:xfrm>
          <a:off x="971550" y="2772384"/>
          <a:ext cx="7200897" cy="287488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71551" y="982132"/>
            <a:ext cx="7200897" cy="1303867"/>
          </a:xfrm>
        </p:spPr>
        <p:txBody>
          <a:bodyPr>
            <a:normAutofit/>
          </a:bodyPr>
          <a:lstStyle/>
          <a:p>
            <a:r>
              <a:rPr lang="en-US">
                <a:solidFill>
                  <a:srgbClr val="262626"/>
                </a:solidFill>
              </a:rPr>
              <a:t>System perspectives</a:t>
            </a:r>
          </a:p>
        </p:txBody>
      </p:sp>
      <p:sp>
        <p:nvSpPr>
          <p:cNvPr id="5" name="Footer Placeholder 4"/>
          <p:cNvSpPr>
            <a:spLocks noGrp="1"/>
          </p:cNvSpPr>
          <p:nvPr>
            <p:ph type="ftr" sz="quarter" idx="11"/>
          </p:nvPr>
        </p:nvSpPr>
        <p:spPr>
          <a:xfrm>
            <a:off x="971550" y="5969000"/>
            <a:ext cx="5479425" cy="279400"/>
          </a:xfrm>
        </p:spPr>
        <p:txBody>
          <a:bodyPr>
            <a:normAutofit/>
          </a:bodyPr>
          <a:lstStyle/>
          <a:p>
            <a:pPr>
              <a:spcAft>
                <a:spcPts val="600"/>
              </a:spcAft>
              <a:defRPr/>
            </a:pPr>
            <a:r>
              <a:rPr lang="en-US">
                <a:solidFill>
                  <a:srgbClr val="000000"/>
                </a:solidFill>
              </a:rPr>
              <a:t>Chapter 5 System modeling</a:t>
            </a:r>
          </a:p>
        </p:txBody>
      </p:sp>
      <p:sp>
        <p:nvSpPr>
          <p:cNvPr id="4" name="Slide Number Placeholder 3"/>
          <p:cNvSpPr>
            <a:spLocks noGrp="1"/>
          </p:cNvSpPr>
          <p:nvPr>
            <p:ph type="sldNum" sz="quarter" idx="12"/>
          </p:nvPr>
        </p:nvSpPr>
        <p:spPr>
          <a:xfrm>
            <a:off x="7765425" y="5969000"/>
            <a:ext cx="407023" cy="279400"/>
          </a:xfrm>
        </p:spPr>
        <p:txBody>
          <a:bodyPr>
            <a:normAutofit/>
          </a:bodyPr>
          <a:lstStyle/>
          <a:p>
            <a:pPr>
              <a:spcAft>
                <a:spcPts val="600"/>
              </a:spcAft>
              <a:defRPr/>
            </a:pPr>
            <a:fld id="{DEC9DA09-039A-A841-BA90-58CFCFBF8E01}" type="slidenum">
              <a:rPr lang="en-US">
                <a:solidFill>
                  <a:srgbClr val="000000"/>
                </a:solidFill>
              </a:rPr>
              <a:pPr>
                <a:spcAft>
                  <a:spcPts val="600"/>
                </a:spcAft>
                <a:defRPr/>
              </a:pPr>
              <a:t>5</a:t>
            </a:fld>
            <a:endParaRPr lang="en-US">
              <a:solidFill>
                <a:srgbClr val="000000"/>
              </a:solidFill>
            </a:endParaRPr>
          </a:p>
        </p:txBody>
      </p:sp>
      <p:graphicFrame>
        <p:nvGraphicFramePr>
          <p:cNvPr id="7" name="Content Placeholder 2">
            <a:extLst>
              <a:ext uri="{FF2B5EF4-FFF2-40B4-BE49-F238E27FC236}">
                <a16:creationId xmlns:a16="http://schemas.microsoft.com/office/drawing/2014/main" id="{4C2E80BB-BC34-ACFD-E060-C1A2AD176ED7}"/>
              </a:ext>
            </a:extLst>
          </p:cNvPr>
          <p:cNvGraphicFramePr>
            <a:graphicFrameLocks noGrp="1"/>
          </p:cNvGraphicFramePr>
          <p:nvPr>
            <p:ph idx="1"/>
            <p:extLst>
              <p:ext uri="{D42A27DB-BD31-4B8C-83A1-F6EECF244321}">
                <p14:modId xmlns:p14="http://schemas.microsoft.com/office/powerpoint/2010/main" val="3264314775"/>
              </p:ext>
            </p:extLst>
          </p:nvPr>
        </p:nvGraphicFramePr>
        <p:xfrm>
          <a:off x="971550" y="2772384"/>
          <a:ext cx="7200897" cy="287488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2BE4420-3B5F-4549-8B4A-77855B8215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75876F6-95D4-48CB-8E3E-4401A96E25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4603" y="496088"/>
            <a:ext cx="2867411" cy="5883295"/>
          </a:xfrm>
          <a:prstGeom prst="rect">
            <a:avLst/>
          </a:prstGeom>
          <a:blipFill dpi="0" rotWithShape="1">
            <a:blip r:embed="rId2"/>
            <a:srcRect/>
            <a:tile tx="0" ty="0" sx="100000" sy="100000" flip="none" algn="tl"/>
          </a:blipFill>
          <a:ln>
            <a:noFill/>
          </a:ln>
          <a:effectLst>
            <a:outerShdw blurRad="114300" dist="127000" dir="5400000" sx="99000" sy="99000" algn="t" rotWithShape="0">
              <a:prstClr val="black">
                <a:alpha val="40000"/>
              </a:prstClr>
            </a:outerShdw>
          </a:effectLst>
          <a:scene3d>
            <a:camera prst="orthographicFront"/>
            <a:lightRig rig="twoPt" dir="t"/>
          </a:scene3d>
          <a:sp3d contourW="6350">
            <a:bevelT w="12700" h="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1B84719-90BB-4D0C-92D8-61DC5512B3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6009" y="609600"/>
            <a:ext cx="2664004"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91699" y="1055077"/>
            <a:ext cx="1899682" cy="4794578"/>
          </a:xfrm>
        </p:spPr>
        <p:txBody>
          <a:bodyPr>
            <a:normAutofit/>
          </a:bodyPr>
          <a:lstStyle/>
          <a:p>
            <a:r>
              <a:rPr lang="en-US">
                <a:solidFill>
                  <a:srgbClr val="262626"/>
                </a:solidFill>
              </a:rPr>
              <a:t>UML diagram types</a:t>
            </a:r>
          </a:p>
        </p:txBody>
      </p:sp>
      <p:sp useBgFill="1">
        <p:nvSpPr>
          <p:cNvPr id="17" name="Rectangle 16">
            <a:extLst>
              <a:ext uri="{FF2B5EF4-FFF2-40B4-BE49-F238E27FC236}">
                <a16:creationId xmlns:a16="http://schemas.microsoft.com/office/drawing/2014/main" id="{7B407EC4-5D16-4845-9840-4E28622B65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89039" y="-2"/>
            <a:ext cx="5654961"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p:cNvSpPr>
            <a:spLocks noGrp="1"/>
          </p:cNvSpPr>
          <p:nvPr>
            <p:ph type="ftr" sz="quarter" idx="11"/>
          </p:nvPr>
        </p:nvSpPr>
        <p:spPr>
          <a:xfrm>
            <a:off x="3816349" y="6379383"/>
            <a:ext cx="2736850" cy="279400"/>
          </a:xfrm>
        </p:spPr>
        <p:txBody>
          <a:bodyPr>
            <a:normAutofit/>
          </a:bodyPr>
          <a:lstStyle/>
          <a:p>
            <a:pPr>
              <a:spcAft>
                <a:spcPts val="600"/>
              </a:spcAft>
              <a:defRPr/>
            </a:pPr>
            <a:r>
              <a:rPr lang="en-US"/>
              <a:t>Chapter 5 System modeling</a:t>
            </a:r>
          </a:p>
        </p:txBody>
      </p:sp>
      <p:sp>
        <p:nvSpPr>
          <p:cNvPr id="4" name="Slide Number Placeholder 3"/>
          <p:cNvSpPr>
            <a:spLocks noGrp="1"/>
          </p:cNvSpPr>
          <p:nvPr>
            <p:ph type="sldNum" sz="quarter" idx="12"/>
          </p:nvPr>
        </p:nvSpPr>
        <p:spPr>
          <a:xfrm>
            <a:off x="8287222" y="6379383"/>
            <a:ext cx="407023" cy="279400"/>
          </a:xfrm>
        </p:spPr>
        <p:txBody>
          <a:bodyPr>
            <a:normAutofit/>
          </a:bodyPr>
          <a:lstStyle/>
          <a:p>
            <a:pPr>
              <a:spcAft>
                <a:spcPts val="600"/>
              </a:spcAft>
              <a:defRPr/>
            </a:pPr>
            <a:fld id="{DEC9DA09-039A-A841-BA90-58CFCFBF8E01}" type="slidenum">
              <a:rPr lang="en-US" smtClean="0"/>
              <a:pPr>
                <a:spcAft>
                  <a:spcPts val="600"/>
                </a:spcAft>
                <a:defRPr/>
              </a:pPr>
              <a:t>6</a:t>
            </a:fld>
            <a:endParaRPr lang="en-US"/>
          </a:p>
        </p:txBody>
      </p:sp>
      <p:graphicFrame>
        <p:nvGraphicFramePr>
          <p:cNvPr id="7" name="Content Placeholder 2">
            <a:extLst>
              <a:ext uri="{FF2B5EF4-FFF2-40B4-BE49-F238E27FC236}">
                <a16:creationId xmlns:a16="http://schemas.microsoft.com/office/drawing/2014/main" id="{99F74B7B-C657-5D4A-29C0-8944905590EB}"/>
              </a:ext>
            </a:extLst>
          </p:cNvPr>
          <p:cNvGraphicFramePr>
            <a:graphicFrameLocks noGrp="1"/>
          </p:cNvGraphicFramePr>
          <p:nvPr>
            <p:ph idx="1"/>
            <p:extLst>
              <p:ext uri="{D42A27DB-BD31-4B8C-83A1-F6EECF244321}">
                <p14:modId xmlns:p14="http://schemas.microsoft.com/office/powerpoint/2010/main" val="3856175269"/>
              </p:ext>
            </p:extLst>
          </p:nvPr>
        </p:nvGraphicFramePr>
        <p:xfrm>
          <a:off x="4102554" y="804670"/>
          <a:ext cx="4435656" cy="524865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2BE4420-3B5F-4549-8B4A-77855B8215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75876F6-95D4-48CB-8E3E-4401A96E25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4603" y="496088"/>
            <a:ext cx="2867411" cy="5883295"/>
          </a:xfrm>
          <a:prstGeom prst="rect">
            <a:avLst/>
          </a:prstGeom>
          <a:blipFill dpi="0" rotWithShape="1">
            <a:blip r:embed="rId2"/>
            <a:srcRect/>
            <a:tile tx="0" ty="0" sx="100000" sy="100000" flip="none" algn="tl"/>
          </a:blipFill>
          <a:ln>
            <a:noFill/>
          </a:ln>
          <a:effectLst>
            <a:outerShdw blurRad="114300" dist="127000" dir="5400000" sx="99000" sy="99000" algn="t" rotWithShape="0">
              <a:prstClr val="black">
                <a:alpha val="40000"/>
              </a:prstClr>
            </a:outerShdw>
          </a:effectLst>
          <a:scene3d>
            <a:camera prst="orthographicFront"/>
            <a:lightRig rig="twoPt" dir="t"/>
          </a:scene3d>
          <a:sp3d contourW="6350">
            <a:bevelT w="12700" h="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1B84719-90BB-4D0C-92D8-61DC5512B3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6009" y="609600"/>
            <a:ext cx="2664004"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91699" y="1055077"/>
            <a:ext cx="1899682" cy="4794578"/>
          </a:xfrm>
        </p:spPr>
        <p:txBody>
          <a:bodyPr>
            <a:normAutofit/>
          </a:bodyPr>
          <a:lstStyle/>
          <a:p>
            <a:r>
              <a:rPr lang="en-US" sz="3700">
                <a:solidFill>
                  <a:srgbClr val="262626"/>
                </a:solidFill>
              </a:rPr>
              <a:t>Use of graphical models</a:t>
            </a:r>
          </a:p>
        </p:txBody>
      </p:sp>
      <p:sp useBgFill="1">
        <p:nvSpPr>
          <p:cNvPr id="17" name="Rectangle 16">
            <a:extLst>
              <a:ext uri="{FF2B5EF4-FFF2-40B4-BE49-F238E27FC236}">
                <a16:creationId xmlns:a16="http://schemas.microsoft.com/office/drawing/2014/main" id="{7B407EC4-5D16-4845-9840-4E28622B65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89039" y="-2"/>
            <a:ext cx="5654961"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p:cNvSpPr>
            <a:spLocks noGrp="1"/>
          </p:cNvSpPr>
          <p:nvPr>
            <p:ph type="ftr" sz="quarter" idx="11"/>
          </p:nvPr>
        </p:nvSpPr>
        <p:spPr>
          <a:xfrm>
            <a:off x="3816349" y="6379383"/>
            <a:ext cx="2736850" cy="279400"/>
          </a:xfrm>
        </p:spPr>
        <p:txBody>
          <a:bodyPr>
            <a:normAutofit/>
          </a:bodyPr>
          <a:lstStyle/>
          <a:p>
            <a:pPr>
              <a:spcAft>
                <a:spcPts val="600"/>
              </a:spcAft>
              <a:defRPr/>
            </a:pPr>
            <a:r>
              <a:rPr lang="en-US"/>
              <a:t>Chapter 5 System modeling</a:t>
            </a:r>
          </a:p>
        </p:txBody>
      </p:sp>
      <p:sp>
        <p:nvSpPr>
          <p:cNvPr id="4" name="Slide Number Placeholder 3"/>
          <p:cNvSpPr>
            <a:spLocks noGrp="1"/>
          </p:cNvSpPr>
          <p:nvPr>
            <p:ph type="sldNum" sz="quarter" idx="12"/>
          </p:nvPr>
        </p:nvSpPr>
        <p:spPr>
          <a:xfrm>
            <a:off x="8287222" y="6379383"/>
            <a:ext cx="407023" cy="279400"/>
          </a:xfrm>
        </p:spPr>
        <p:txBody>
          <a:bodyPr>
            <a:normAutofit/>
          </a:bodyPr>
          <a:lstStyle/>
          <a:p>
            <a:pPr>
              <a:spcAft>
                <a:spcPts val="600"/>
              </a:spcAft>
              <a:defRPr/>
            </a:pPr>
            <a:fld id="{DEC9DA09-039A-A841-BA90-58CFCFBF8E01}" type="slidenum">
              <a:rPr lang="en-US" smtClean="0"/>
              <a:pPr>
                <a:spcAft>
                  <a:spcPts val="600"/>
                </a:spcAft>
                <a:defRPr/>
              </a:pPr>
              <a:t>7</a:t>
            </a:fld>
            <a:endParaRPr lang="en-US"/>
          </a:p>
        </p:txBody>
      </p:sp>
      <p:graphicFrame>
        <p:nvGraphicFramePr>
          <p:cNvPr id="7" name="Content Placeholder 2">
            <a:extLst>
              <a:ext uri="{FF2B5EF4-FFF2-40B4-BE49-F238E27FC236}">
                <a16:creationId xmlns:a16="http://schemas.microsoft.com/office/drawing/2014/main" id="{3F9249CF-02EB-8AEE-D8DC-2F1C816F519C}"/>
              </a:ext>
            </a:extLst>
          </p:cNvPr>
          <p:cNvGraphicFramePr>
            <a:graphicFrameLocks noGrp="1"/>
          </p:cNvGraphicFramePr>
          <p:nvPr>
            <p:ph idx="1"/>
            <p:extLst>
              <p:ext uri="{D42A27DB-BD31-4B8C-83A1-F6EECF244321}">
                <p14:modId xmlns:p14="http://schemas.microsoft.com/office/powerpoint/2010/main" val="1137054955"/>
              </p:ext>
            </p:extLst>
          </p:nvPr>
        </p:nvGraphicFramePr>
        <p:xfrm>
          <a:off x="4102554" y="804670"/>
          <a:ext cx="4435656" cy="524865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52BE4420-3B5F-4549-8B4A-77855B8215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A75876F6-95D4-48CB-8E3E-4401A96E25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4603" y="496088"/>
            <a:ext cx="2867411" cy="5883295"/>
          </a:xfrm>
          <a:prstGeom prst="rect">
            <a:avLst/>
          </a:prstGeom>
          <a:blipFill dpi="0" rotWithShape="1">
            <a:blip r:embed="rId2"/>
            <a:srcRect/>
            <a:tile tx="0" ty="0" sx="100000" sy="100000" flip="none" algn="tl"/>
          </a:blipFill>
          <a:ln>
            <a:noFill/>
          </a:ln>
          <a:effectLst>
            <a:outerShdw blurRad="114300" dist="127000" dir="5400000" sx="99000" sy="99000" algn="t" rotWithShape="0">
              <a:prstClr val="black">
                <a:alpha val="40000"/>
              </a:prstClr>
            </a:outerShdw>
          </a:effectLst>
          <a:scene3d>
            <a:camera prst="orthographicFront"/>
            <a:lightRig rig="twoPt" dir="t"/>
          </a:scene3d>
          <a:sp3d contourW="6350">
            <a:bevelT w="12700" h="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a:extLst>
              <a:ext uri="{FF2B5EF4-FFF2-40B4-BE49-F238E27FC236}">
                <a16:creationId xmlns:a16="http://schemas.microsoft.com/office/drawing/2014/main" id="{D1B84719-90BB-4D0C-92D8-61DC5512B3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6009" y="609600"/>
            <a:ext cx="2664004"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sp>
        <p:nvSpPr>
          <p:cNvPr id="35842" name="Rectangle 2"/>
          <p:cNvSpPr>
            <a:spLocks noGrp="1" noChangeArrowheads="1"/>
          </p:cNvSpPr>
          <p:nvPr>
            <p:ph type="title"/>
          </p:nvPr>
        </p:nvSpPr>
        <p:spPr>
          <a:xfrm>
            <a:off x="791699" y="1055077"/>
            <a:ext cx="1899682" cy="4794578"/>
          </a:xfrm>
        </p:spPr>
        <p:txBody>
          <a:bodyPr>
            <a:normAutofit/>
          </a:bodyPr>
          <a:lstStyle/>
          <a:p>
            <a:r>
              <a:rPr lang="en-GB">
                <a:solidFill>
                  <a:srgbClr val="262626"/>
                </a:solidFill>
              </a:rPr>
              <a:t>Context models</a:t>
            </a:r>
          </a:p>
        </p:txBody>
      </p:sp>
      <p:sp useBgFill="1">
        <p:nvSpPr>
          <p:cNvPr id="79" name="Rectangle 78">
            <a:extLst>
              <a:ext uri="{FF2B5EF4-FFF2-40B4-BE49-F238E27FC236}">
                <a16:creationId xmlns:a16="http://schemas.microsoft.com/office/drawing/2014/main" id="{7B407EC4-5D16-4845-9840-4E28622B65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89039" y="-2"/>
            <a:ext cx="5654961"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p:cNvSpPr>
            <a:spLocks noGrp="1"/>
          </p:cNvSpPr>
          <p:nvPr>
            <p:ph type="ftr" sz="quarter" idx="11"/>
          </p:nvPr>
        </p:nvSpPr>
        <p:spPr>
          <a:xfrm>
            <a:off x="3816349" y="6379383"/>
            <a:ext cx="2736850" cy="279400"/>
          </a:xfrm>
        </p:spPr>
        <p:txBody>
          <a:bodyPr>
            <a:normAutofit/>
          </a:bodyPr>
          <a:lstStyle/>
          <a:p>
            <a:pPr>
              <a:spcAft>
                <a:spcPts val="600"/>
              </a:spcAft>
              <a:defRPr/>
            </a:pPr>
            <a:r>
              <a:rPr lang="en-US"/>
              <a:t>Chapter 5 System modeling</a:t>
            </a:r>
          </a:p>
        </p:txBody>
      </p:sp>
      <p:sp>
        <p:nvSpPr>
          <p:cNvPr id="4" name="Slide Number Placeholder 3"/>
          <p:cNvSpPr>
            <a:spLocks noGrp="1"/>
          </p:cNvSpPr>
          <p:nvPr>
            <p:ph type="sldNum" sz="quarter" idx="12"/>
          </p:nvPr>
        </p:nvSpPr>
        <p:spPr>
          <a:xfrm>
            <a:off x="8287222" y="6379383"/>
            <a:ext cx="407023" cy="279400"/>
          </a:xfrm>
        </p:spPr>
        <p:txBody>
          <a:bodyPr>
            <a:normAutofit/>
          </a:bodyPr>
          <a:lstStyle/>
          <a:p>
            <a:pPr>
              <a:spcAft>
                <a:spcPts val="600"/>
              </a:spcAft>
              <a:defRPr/>
            </a:pPr>
            <a:fld id="{DEC9DA09-039A-A841-BA90-58CFCFBF8E01}" type="slidenum">
              <a:rPr lang="en-US" smtClean="0"/>
              <a:pPr>
                <a:spcAft>
                  <a:spcPts val="600"/>
                </a:spcAft>
                <a:defRPr/>
              </a:pPr>
              <a:t>8</a:t>
            </a:fld>
            <a:endParaRPr lang="en-US"/>
          </a:p>
        </p:txBody>
      </p:sp>
      <p:graphicFrame>
        <p:nvGraphicFramePr>
          <p:cNvPr id="35845" name="Rectangle 3">
            <a:extLst>
              <a:ext uri="{FF2B5EF4-FFF2-40B4-BE49-F238E27FC236}">
                <a16:creationId xmlns:a16="http://schemas.microsoft.com/office/drawing/2014/main" id="{C83F2317-0964-FE0B-49F0-2281F5ED32DF}"/>
              </a:ext>
            </a:extLst>
          </p:cNvPr>
          <p:cNvGraphicFramePr>
            <a:graphicFrameLocks noGrp="1"/>
          </p:cNvGraphicFramePr>
          <p:nvPr>
            <p:ph idx="1"/>
            <p:extLst>
              <p:ext uri="{D42A27DB-BD31-4B8C-83A1-F6EECF244321}">
                <p14:modId xmlns:p14="http://schemas.microsoft.com/office/powerpoint/2010/main" val="30715662"/>
              </p:ext>
            </p:extLst>
          </p:nvPr>
        </p:nvGraphicFramePr>
        <p:xfrm>
          <a:off x="4102554" y="804670"/>
          <a:ext cx="4435656" cy="524865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2BE4420-3B5F-4549-8B4A-77855B8215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75876F6-95D4-48CB-8E3E-4401A96E25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4603" y="496088"/>
            <a:ext cx="2867411" cy="5883295"/>
          </a:xfrm>
          <a:prstGeom prst="rect">
            <a:avLst/>
          </a:prstGeom>
          <a:blipFill dpi="0" rotWithShape="1">
            <a:blip r:embed="rId2"/>
            <a:srcRect/>
            <a:tile tx="0" ty="0" sx="100000" sy="100000" flip="none" algn="tl"/>
          </a:blipFill>
          <a:ln>
            <a:noFill/>
          </a:ln>
          <a:effectLst>
            <a:outerShdw blurRad="114300" dist="127000" dir="5400000" sx="99000" sy="99000" algn="t" rotWithShape="0">
              <a:prstClr val="black">
                <a:alpha val="40000"/>
              </a:prstClr>
            </a:outerShdw>
          </a:effectLst>
          <a:scene3d>
            <a:camera prst="orthographicFront"/>
            <a:lightRig rig="twoPt" dir="t"/>
          </a:scene3d>
          <a:sp3d contourW="6350">
            <a:bevelT w="12700" h="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1B84719-90BB-4D0C-92D8-61DC5512B3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6009" y="609600"/>
            <a:ext cx="2664004"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91699" y="1055077"/>
            <a:ext cx="1899682" cy="4794578"/>
          </a:xfrm>
        </p:spPr>
        <p:txBody>
          <a:bodyPr>
            <a:normAutofit/>
          </a:bodyPr>
          <a:lstStyle/>
          <a:p>
            <a:r>
              <a:rPr lang="en-US" sz="3100">
                <a:solidFill>
                  <a:srgbClr val="262626"/>
                </a:solidFill>
              </a:rPr>
              <a:t>System boundaries</a:t>
            </a:r>
          </a:p>
        </p:txBody>
      </p:sp>
      <p:sp useBgFill="1">
        <p:nvSpPr>
          <p:cNvPr id="17" name="Rectangle 16">
            <a:extLst>
              <a:ext uri="{FF2B5EF4-FFF2-40B4-BE49-F238E27FC236}">
                <a16:creationId xmlns:a16="http://schemas.microsoft.com/office/drawing/2014/main" id="{7B407EC4-5D16-4845-9840-4E28622B65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89039" y="-2"/>
            <a:ext cx="5654961"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p:cNvSpPr>
            <a:spLocks noGrp="1"/>
          </p:cNvSpPr>
          <p:nvPr>
            <p:ph type="ftr" sz="quarter" idx="11"/>
          </p:nvPr>
        </p:nvSpPr>
        <p:spPr>
          <a:xfrm>
            <a:off x="3816349" y="6379383"/>
            <a:ext cx="2736850" cy="279400"/>
          </a:xfrm>
        </p:spPr>
        <p:txBody>
          <a:bodyPr>
            <a:normAutofit/>
          </a:bodyPr>
          <a:lstStyle/>
          <a:p>
            <a:pPr>
              <a:spcAft>
                <a:spcPts val="600"/>
              </a:spcAft>
              <a:defRPr/>
            </a:pPr>
            <a:r>
              <a:rPr lang="en-US"/>
              <a:t>Chapter 5 System modeling</a:t>
            </a:r>
          </a:p>
        </p:txBody>
      </p:sp>
      <p:sp>
        <p:nvSpPr>
          <p:cNvPr id="4" name="Slide Number Placeholder 3"/>
          <p:cNvSpPr>
            <a:spLocks noGrp="1"/>
          </p:cNvSpPr>
          <p:nvPr>
            <p:ph type="sldNum" sz="quarter" idx="12"/>
          </p:nvPr>
        </p:nvSpPr>
        <p:spPr>
          <a:xfrm>
            <a:off x="8287222" y="6379383"/>
            <a:ext cx="407023" cy="279400"/>
          </a:xfrm>
        </p:spPr>
        <p:txBody>
          <a:bodyPr>
            <a:normAutofit/>
          </a:bodyPr>
          <a:lstStyle/>
          <a:p>
            <a:pPr>
              <a:spcAft>
                <a:spcPts val="600"/>
              </a:spcAft>
              <a:defRPr/>
            </a:pPr>
            <a:fld id="{DEC9DA09-039A-A841-BA90-58CFCFBF8E01}" type="slidenum">
              <a:rPr lang="en-US" smtClean="0"/>
              <a:pPr>
                <a:spcAft>
                  <a:spcPts val="600"/>
                </a:spcAft>
                <a:defRPr/>
              </a:pPr>
              <a:t>9</a:t>
            </a:fld>
            <a:endParaRPr lang="en-US"/>
          </a:p>
        </p:txBody>
      </p:sp>
      <p:graphicFrame>
        <p:nvGraphicFramePr>
          <p:cNvPr id="7" name="Content Placeholder 2">
            <a:extLst>
              <a:ext uri="{FF2B5EF4-FFF2-40B4-BE49-F238E27FC236}">
                <a16:creationId xmlns:a16="http://schemas.microsoft.com/office/drawing/2014/main" id="{16C48E32-7F01-8B89-360B-CB8A52649BD0}"/>
              </a:ext>
            </a:extLst>
          </p:cNvPr>
          <p:cNvGraphicFramePr>
            <a:graphicFrameLocks noGrp="1"/>
          </p:cNvGraphicFramePr>
          <p:nvPr>
            <p:ph idx="1"/>
            <p:extLst>
              <p:ext uri="{D42A27DB-BD31-4B8C-83A1-F6EECF244321}">
                <p14:modId xmlns:p14="http://schemas.microsoft.com/office/powerpoint/2010/main" val="1110374249"/>
              </p:ext>
            </p:extLst>
          </p:nvPr>
        </p:nvGraphicFramePr>
        <p:xfrm>
          <a:off x="4102554" y="804670"/>
          <a:ext cx="4435656" cy="524865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r>
              <a:rPr lang="en-US" dirty="0"/>
              <a:t>The context of the MHC-PMS</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10</a:t>
            </a:fld>
            <a:endParaRPr lang="en-US"/>
          </a:p>
        </p:txBody>
      </p:sp>
      <p:pic>
        <p:nvPicPr>
          <p:cNvPr id="4" name="Picture 3" descr="5.1 MHCPMS-Context.eps"/>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2"/>
              <a:stretch>
                <a:fillRect/>
              </a:stretch>
            </p:blipFill>
          </mc:Choice>
          <mc:Fallback>
            <p:blipFill>
              <a:blip r:embed="rId3"/>
              <a:stretch>
                <a:fillRect/>
              </a:stretch>
            </p:blipFill>
          </mc:Fallback>
        </mc:AlternateContent>
        <p:spPr>
          <a:xfrm>
            <a:off x="2112485" y="2046859"/>
            <a:ext cx="4760957" cy="299902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2BE4420-3B5F-4549-8B4A-77855B8215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75876F6-95D4-48CB-8E3E-4401A96E25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4603" y="496088"/>
            <a:ext cx="2867411" cy="5883295"/>
          </a:xfrm>
          <a:prstGeom prst="rect">
            <a:avLst/>
          </a:prstGeom>
          <a:blipFill dpi="0" rotWithShape="1">
            <a:blip r:embed="rId2"/>
            <a:srcRect/>
            <a:tile tx="0" ty="0" sx="100000" sy="100000" flip="none" algn="tl"/>
          </a:blipFill>
          <a:ln>
            <a:noFill/>
          </a:ln>
          <a:effectLst>
            <a:outerShdw blurRad="114300" dist="127000" dir="5400000" sx="99000" sy="99000" algn="t" rotWithShape="0">
              <a:prstClr val="black">
                <a:alpha val="40000"/>
              </a:prstClr>
            </a:outerShdw>
          </a:effectLst>
          <a:scene3d>
            <a:camera prst="orthographicFront"/>
            <a:lightRig rig="twoPt" dir="t"/>
          </a:scene3d>
          <a:sp3d contourW="6350">
            <a:bevelT w="12700" h="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1B84719-90BB-4D0C-92D8-61DC5512B3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6009" y="609600"/>
            <a:ext cx="2664004"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91699" y="1055077"/>
            <a:ext cx="1899682" cy="4794578"/>
          </a:xfrm>
        </p:spPr>
        <p:txBody>
          <a:bodyPr>
            <a:normAutofit/>
          </a:bodyPr>
          <a:lstStyle/>
          <a:p>
            <a:r>
              <a:rPr lang="en-US" sz="3100">
                <a:solidFill>
                  <a:srgbClr val="262626"/>
                </a:solidFill>
              </a:rPr>
              <a:t>Process perspective</a:t>
            </a:r>
          </a:p>
        </p:txBody>
      </p:sp>
      <p:sp useBgFill="1">
        <p:nvSpPr>
          <p:cNvPr id="18" name="Rectangle 17">
            <a:extLst>
              <a:ext uri="{FF2B5EF4-FFF2-40B4-BE49-F238E27FC236}">
                <a16:creationId xmlns:a16="http://schemas.microsoft.com/office/drawing/2014/main" id="{7B407EC4-5D16-4845-9840-4E28622B65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89039" y="-2"/>
            <a:ext cx="5654961"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ooter Placeholder 5"/>
          <p:cNvSpPr>
            <a:spLocks noGrp="1"/>
          </p:cNvSpPr>
          <p:nvPr>
            <p:ph type="ftr" sz="quarter" idx="11"/>
          </p:nvPr>
        </p:nvSpPr>
        <p:spPr>
          <a:xfrm>
            <a:off x="3816349" y="6379383"/>
            <a:ext cx="2736850" cy="279400"/>
          </a:xfrm>
        </p:spPr>
        <p:txBody>
          <a:bodyPr>
            <a:normAutofit/>
          </a:bodyPr>
          <a:lstStyle/>
          <a:p>
            <a:pPr>
              <a:spcAft>
                <a:spcPts val="600"/>
              </a:spcAft>
              <a:defRPr/>
            </a:pPr>
            <a:r>
              <a:rPr lang="en-US"/>
              <a:t>Chapter 5 System modeling</a:t>
            </a:r>
          </a:p>
        </p:txBody>
      </p:sp>
      <p:sp>
        <p:nvSpPr>
          <p:cNvPr id="5" name="Slide Number Placeholder 4"/>
          <p:cNvSpPr>
            <a:spLocks noGrp="1"/>
          </p:cNvSpPr>
          <p:nvPr>
            <p:ph type="sldNum" sz="quarter" idx="12"/>
          </p:nvPr>
        </p:nvSpPr>
        <p:spPr>
          <a:xfrm>
            <a:off x="8287222" y="6379383"/>
            <a:ext cx="407023" cy="279400"/>
          </a:xfrm>
        </p:spPr>
        <p:txBody>
          <a:bodyPr>
            <a:normAutofit/>
          </a:bodyPr>
          <a:lstStyle/>
          <a:p>
            <a:pPr>
              <a:spcAft>
                <a:spcPts val="600"/>
              </a:spcAft>
              <a:defRPr/>
            </a:pPr>
            <a:fld id="{DEC9DA09-039A-A841-BA90-58CFCFBF8E01}" type="slidenum">
              <a:rPr lang="en-US" smtClean="0"/>
              <a:pPr>
                <a:spcAft>
                  <a:spcPts val="600"/>
                </a:spcAft>
                <a:defRPr/>
              </a:pPr>
              <a:t>11</a:t>
            </a:fld>
            <a:endParaRPr lang="en-US"/>
          </a:p>
        </p:txBody>
      </p:sp>
      <p:graphicFrame>
        <p:nvGraphicFramePr>
          <p:cNvPr id="8" name="Content Placeholder 3">
            <a:extLst>
              <a:ext uri="{FF2B5EF4-FFF2-40B4-BE49-F238E27FC236}">
                <a16:creationId xmlns:a16="http://schemas.microsoft.com/office/drawing/2014/main" id="{534AB638-156C-CE26-A955-899AAB579BFD}"/>
              </a:ext>
            </a:extLst>
          </p:cNvPr>
          <p:cNvGraphicFramePr>
            <a:graphicFrameLocks noGrp="1"/>
          </p:cNvGraphicFramePr>
          <p:nvPr>
            <p:ph idx="1"/>
            <p:extLst>
              <p:ext uri="{D42A27DB-BD31-4B8C-83A1-F6EECF244321}">
                <p14:modId xmlns:p14="http://schemas.microsoft.com/office/powerpoint/2010/main" val="1314067972"/>
              </p:ext>
            </p:extLst>
          </p:nvPr>
        </p:nvGraphicFramePr>
        <p:xfrm>
          <a:off x="4102554" y="804670"/>
          <a:ext cx="4435656" cy="524865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normAutofit fontScale="90000"/>
          </a:bodyPr>
          <a:lstStyle/>
          <a:p>
            <a:r>
              <a:rPr lang="en-US" dirty="0"/>
              <a:t>Process model of involuntary detention</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12</a:t>
            </a:fld>
            <a:endParaRPr lang="en-US"/>
          </a:p>
        </p:txBody>
      </p:sp>
      <p:pic>
        <p:nvPicPr>
          <p:cNvPr id="4" name="Picture 3" descr="5.2 DetentionProcess.eps"/>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2"/>
              <a:stretch>
                <a:fillRect/>
              </a:stretch>
            </p:blipFill>
          </mc:Choice>
          <mc:Fallback>
            <p:blipFill>
              <a:blip r:embed="rId3"/>
              <a:stretch>
                <a:fillRect/>
              </a:stretch>
            </p:blipFill>
          </mc:Fallback>
        </mc:AlternateContent>
        <p:spPr>
          <a:xfrm>
            <a:off x="1110659" y="1968500"/>
            <a:ext cx="7032447" cy="362659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2BE4420-3B5F-4549-8B4A-77855B8215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75876F6-95D4-48CB-8E3E-4401A96E25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4603" y="496088"/>
            <a:ext cx="2867411" cy="5883295"/>
          </a:xfrm>
          <a:prstGeom prst="rect">
            <a:avLst/>
          </a:prstGeom>
          <a:blipFill dpi="0" rotWithShape="1">
            <a:blip r:embed="rId2"/>
            <a:srcRect/>
            <a:tile tx="0" ty="0" sx="100000" sy="100000" flip="none" algn="tl"/>
          </a:blipFill>
          <a:ln>
            <a:noFill/>
          </a:ln>
          <a:effectLst>
            <a:outerShdw blurRad="114300" dist="127000" dir="5400000" sx="99000" sy="99000" algn="t" rotWithShape="0">
              <a:prstClr val="black">
                <a:alpha val="40000"/>
              </a:prstClr>
            </a:outerShdw>
          </a:effectLst>
          <a:scene3d>
            <a:camera prst="orthographicFront"/>
            <a:lightRig rig="twoPt" dir="t"/>
          </a:scene3d>
          <a:sp3d contourW="6350">
            <a:bevelT w="12700" h="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1B84719-90BB-4D0C-92D8-61DC5512B3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6009" y="609600"/>
            <a:ext cx="2664004"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91699" y="1055077"/>
            <a:ext cx="1899682" cy="4794578"/>
          </a:xfrm>
        </p:spPr>
        <p:txBody>
          <a:bodyPr>
            <a:normAutofit/>
          </a:bodyPr>
          <a:lstStyle/>
          <a:p>
            <a:r>
              <a:rPr lang="en-US" sz="3100">
                <a:solidFill>
                  <a:srgbClr val="262626"/>
                </a:solidFill>
              </a:rPr>
              <a:t>Interaction models</a:t>
            </a:r>
          </a:p>
        </p:txBody>
      </p:sp>
      <p:sp useBgFill="1">
        <p:nvSpPr>
          <p:cNvPr id="17" name="Rectangle 16">
            <a:extLst>
              <a:ext uri="{FF2B5EF4-FFF2-40B4-BE49-F238E27FC236}">
                <a16:creationId xmlns:a16="http://schemas.microsoft.com/office/drawing/2014/main" id="{7B407EC4-5D16-4845-9840-4E28622B65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89039" y="-2"/>
            <a:ext cx="5654961"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p:cNvSpPr>
            <a:spLocks noGrp="1"/>
          </p:cNvSpPr>
          <p:nvPr>
            <p:ph type="ftr" sz="quarter" idx="11"/>
          </p:nvPr>
        </p:nvSpPr>
        <p:spPr>
          <a:xfrm>
            <a:off x="3816349" y="6379383"/>
            <a:ext cx="2736850" cy="279400"/>
          </a:xfrm>
        </p:spPr>
        <p:txBody>
          <a:bodyPr>
            <a:normAutofit/>
          </a:bodyPr>
          <a:lstStyle/>
          <a:p>
            <a:pPr>
              <a:spcAft>
                <a:spcPts val="600"/>
              </a:spcAft>
              <a:defRPr/>
            </a:pPr>
            <a:r>
              <a:rPr lang="en-US"/>
              <a:t>Chapter 5 System modeling</a:t>
            </a:r>
          </a:p>
        </p:txBody>
      </p:sp>
      <p:sp>
        <p:nvSpPr>
          <p:cNvPr id="4" name="Slide Number Placeholder 3"/>
          <p:cNvSpPr>
            <a:spLocks noGrp="1"/>
          </p:cNvSpPr>
          <p:nvPr>
            <p:ph type="sldNum" sz="quarter" idx="12"/>
          </p:nvPr>
        </p:nvSpPr>
        <p:spPr>
          <a:xfrm>
            <a:off x="8287222" y="6379383"/>
            <a:ext cx="407023" cy="279400"/>
          </a:xfrm>
        </p:spPr>
        <p:txBody>
          <a:bodyPr>
            <a:normAutofit/>
          </a:bodyPr>
          <a:lstStyle/>
          <a:p>
            <a:pPr>
              <a:spcAft>
                <a:spcPts val="600"/>
              </a:spcAft>
              <a:defRPr/>
            </a:pPr>
            <a:fld id="{DEC9DA09-039A-A841-BA90-58CFCFBF8E01}" type="slidenum">
              <a:rPr lang="en-US" smtClean="0"/>
              <a:pPr>
                <a:spcAft>
                  <a:spcPts val="600"/>
                </a:spcAft>
                <a:defRPr/>
              </a:pPr>
              <a:t>13</a:t>
            </a:fld>
            <a:endParaRPr lang="en-US"/>
          </a:p>
        </p:txBody>
      </p:sp>
      <p:graphicFrame>
        <p:nvGraphicFramePr>
          <p:cNvPr id="7" name="Content Placeholder 2">
            <a:extLst>
              <a:ext uri="{FF2B5EF4-FFF2-40B4-BE49-F238E27FC236}">
                <a16:creationId xmlns:a16="http://schemas.microsoft.com/office/drawing/2014/main" id="{AAFB7D5A-06F4-7BCB-533D-61A4A74C5B72}"/>
              </a:ext>
            </a:extLst>
          </p:cNvPr>
          <p:cNvGraphicFramePr>
            <a:graphicFrameLocks noGrp="1"/>
          </p:cNvGraphicFramePr>
          <p:nvPr>
            <p:ph idx="1"/>
            <p:extLst>
              <p:ext uri="{D42A27DB-BD31-4B8C-83A1-F6EECF244321}">
                <p14:modId xmlns:p14="http://schemas.microsoft.com/office/powerpoint/2010/main" val="2743394959"/>
              </p:ext>
            </p:extLst>
          </p:nvPr>
        </p:nvGraphicFramePr>
        <p:xfrm>
          <a:off x="4102554" y="804670"/>
          <a:ext cx="4435656" cy="524865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2BE4420-3B5F-4549-8B4A-77855B8215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75876F6-95D4-48CB-8E3E-4401A96E25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4603" y="496088"/>
            <a:ext cx="2867411" cy="5883295"/>
          </a:xfrm>
          <a:prstGeom prst="rect">
            <a:avLst/>
          </a:prstGeom>
          <a:blipFill dpi="0" rotWithShape="1">
            <a:blip r:embed="rId2"/>
            <a:srcRect/>
            <a:tile tx="0" ty="0" sx="100000" sy="100000" flip="none" algn="tl"/>
          </a:blipFill>
          <a:ln>
            <a:noFill/>
          </a:ln>
          <a:effectLst>
            <a:outerShdw blurRad="114300" dist="127000" dir="5400000" sx="99000" sy="99000" algn="t" rotWithShape="0">
              <a:prstClr val="black">
                <a:alpha val="40000"/>
              </a:prstClr>
            </a:outerShdw>
          </a:effectLst>
          <a:scene3d>
            <a:camera prst="orthographicFront"/>
            <a:lightRig rig="twoPt" dir="t"/>
          </a:scene3d>
          <a:sp3d contourW="6350">
            <a:bevelT w="12700" h="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1B84719-90BB-4D0C-92D8-61DC5512B3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6009" y="609600"/>
            <a:ext cx="2664004"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91699" y="1055077"/>
            <a:ext cx="1899682" cy="4794578"/>
          </a:xfrm>
        </p:spPr>
        <p:txBody>
          <a:bodyPr>
            <a:normAutofit/>
          </a:bodyPr>
          <a:lstStyle/>
          <a:p>
            <a:r>
              <a:rPr lang="en-US" sz="3700">
                <a:solidFill>
                  <a:srgbClr val="262626"/>
                </a:solidFill>
              </a:rPr>
              <a:t>Use case modeling</a:t>
            </a:r>
          </a:p>
        </p:txBody>
      </p:sp>
      <p:sp useBgFill="1">
        <p:nvSpPr>
          <p:cNvPr id="17" name="Rectangle 16">
            <a:extLst>
              <a:ext uri="{FF2B5EF4-FFF2-40B4-BE49-F238E27FC236}">
                <a16:creationId xmlns:a16="http://schemas.microsoft.com/office/drawing/2014/main" id="{7B407EC4-5D16-4845-9840-4E28622B65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89039" y="-2"/>
            <a:ext cx="5654961"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p:cNvSpPr>
            <a:spLocks noGrp="1"/>
          </p:cNvSpPr>
          <p:nvPr>
            <p:ph type="ftr" sz="quarter" idx="11"/>
          </p:nvPr>
        </p:nvSpPr>
        <p:spPr>
          <a:xfrm>
            <a:off x="3816349" y="6379383"/>
            <a:ext cx="2736850" cy="279400"/>
          </a:xfrm>
        </p:spPr>
        <p:txBody>
          <a:bodyPr>
            <a:normAutofit/>
          </a:bodyPr>
          <a:lstStyle/>
          <a:p>
            <a:pPr>
              <a:spcAft>
                <a:spcPts val="600"/>
              </a:spcAft>
              <a:defRPr/>
            </a:pPr>
            <a:r>
              <a:rPr lang="en-US"/>
              <a:t>Chapter 5 System modeling</a:t>
            </a:r>
          </a:p>
        </p:txBody>
      </p:sp>
      <p:sp>
        <p:nvSpPr>
          <p:cNvPr id="4" name="Slide Number Placeholder 3"/>
          <p:cNvSpPr>
            <a:spLocks noGrp="1"/>
          </p:cNvSpPr>
          <p:nvPr>
            <p:ph type="sldNum" sz="quarter" idx="12"/>
          </p:nvPr>
        </p:nvSpPr>
        <p:spPr>
          <a:xfrm>
            <a:off x="8287222" y="6379383"/>
            <a:ext cx="407023" cy="279400"/>
          </a:xfrm>
        </p:spPr>
        <p:txBody>
          <a:bodyPr>
            <a:normAutofit/>
          </a:bodyPr>
          <a:lstStyle/>
          <a:p>
            <a:pPr>
              <a:spcAft>
                <a:spcPts val="600"/>
              </a:spcAft>
              <a:defRPr/>
            </a:pPr>
            <a:fld id="{DEC9DA09-039A-A841-BA90-58CFCFBF8E01}" type="slidenum">
              <a:rPr lang="en-US" smtClean="0"/>
              <a:pPr>
                <a:spcAft>
                  <a:spcPts val="600"/>
                </a:spcAft>
                <a:defRPr/>
              </a:pPr>
              <a:t>14</a:t>
            </a:fld>
            <a:endParaRPr lang="en-US"/>
          </a:p>
        </p:txBody>
      </p:sp>
      <p:graphicFrame>
        <p:nvGraphicFramePr>
          <p:cNvPr id="7" name="Content Placeholder 2">
            <a:extLst>
              <a:ext uri="{FF2B5EF4-FFF2-40B4-BE49-F238E27FC236}">
                <a16:creationId xmlns:a16="http://schemas.microsoft.com/office/drawing/2014/main" id="{D95AD03D-5833-8025-5421-BD4E24273092}"/>
              </a:ext>
            </a:extLst>
          </p:cNvPr>
          <p:cNvGraphicFramePr>
            <a:graphicFrameLocks noGrp="1"/>
          </p:cNvGraphicFramePr>
          <p:nvPr>
            <p:ph idx="1"/>
            <p:extLst>
              <p:ext uri="{D42A27DB-BD31-4B8C-83A1-F6EECF244321}">
                <p14:modId xmlns:p14="http://schemas.microsoft.com/office/powerpoint/2010/main" val="656736600"/>
              </p:ext>
            </p:extLst>
          </p:nvPr>
        </p:nvGraphicFramePr>
        <p:xfrm>
          <a:off x="4102554" y="804670"/>
          <a:ext cx="4435656" cy="524865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r>
              <a:rPr lang="en-US" dirty="0"/>
              <a:t>Transfer-data use case</a:t>
            </a:r>
            <a:r>
              <a:rPr lang="en-GB" dirty="0"/>
              <a:t> </a:t>
            </a:r>
            <a:endParaRPr lang="en-US" dirty="0"/>
          </a:p>
        </p:txBody>
      </p:sp>
      <p:sp>
        <p:nvSpPr>
          <p:cNvPr id="5" name="Content Placeholder 4"/>
          <p:cNvSpPr>
            <a:spLocks noGrp="1"/>
          </p:cNvSpPr>
          <p:nvPr>
            <p:ph idx="1"/>
          </p:nvPr>
        </p:nvSpPr>
        <p:spPr/>
        <p:txBody>
          <a:bodyPr/>
          <a:lstStyle/>
          <a:p>
            <a:r>
              <a:rPr lang="en-US" dirty="0"/>
              <a:t>A use case in the MHC-PMS</a:t>
            </a:r>
          </a:p>
        </p:txBody>
      </p:sp>
      <p:sp>
        <p:nvSpPr>
          <p:cNvPr id="7" name="Footer Placeholder 6"/>
          <p:cNvSpPr>
            <a:spLocks noGrp="1"/>
          </p:cNvSpPr>
          <p:nvPr>
            <p:ph type="ftr" sz="quarter" idx="11"/>
          </p:nvPr>
        </p:nvSpPr>
        <p:spPr/>
        <p:txBody>
          <a:bodyPr/>
          <a:lstStyle/>
          <a:p>
            <a:pPr>
              <a:defRPr/>
            </a:pPr>
            <a:r>
              <a:rPr lang="en-US"/>
              <a:t>Chapter 5 System modeling</a:t>
            </a:r>
          </a:p>
        </p:txBody>
      </p:sp>
      <p:sp>
        <p:nvSpPr>
          <p:cNvPr id="6" name="Slide Number Placeholder 5"/>
          <p:cNvSpPr>
            <a:spLocks noGrp="1"/>
          </p:cNvSpPr>
          <p:nvPr>
            <p:ph type="sldNum" sz="quarter" idx="12"/>
          </p:nvPr>
        </p:nvSpPr>
        <p:spPr/>
        <p:txBody>
          <a:bodyPr/>
          <a:lstStyle/>
          <a:p>
            <a:pPr>
              <a:defRPr/>
            </a:pPr>
            <a:fld id="{DEC9DA09-039A-A841-BA90-58CFCFBF8E01}" type="slidenum">
              <a:rPr lang="en-US" smtClean="0"/>
              <a:pPr>
                <a:defRPr/>
              </a:pPr>
              <a:t>15</a:t>
            </a:fld>
            <a:endParaRPr lang="en-US"/>
          </a:p>
        </p:txBody>
      </p:sp>
      <p:pic>
        <p:nvPicPr>
          <p:cNvPr id="4" name="Picture 3" descr="5.3 UseCase.eps"/>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2"/>
              <a:stretch>
                <a:fillRect/>
              </a:stretch>
            </p:blipFill>
          </mc:Choice>
          <mc:Fallback>
            <p:blipFill>
              <a:blip r:embed="rId3"/>
              <a:stretch>
                <a:fillRect/>
              </a:stretch>
            </p:blipFill>
          </mc:Fallback>
        </mc:AlternateContent>
        <p:spPr>
          <a:xfrm>
            <a:off x="866722" y="3259717"/>
            <a:ext cx="7486946" cy="1214863"/>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grpSp>
        <p:nvGrpSpPr>
          <p:cNvPr id="71" name="Group 70">
            <a:extLst>
              <a:ext uri="{FF2B5EF4-FFF2-40B4-BE49-F238E27FC236}">
                <a16:creationId xmlns:a16="http://schemas.microsoft.com/office/drawing/2014/main" id="{749C117F-F390-437B-ADB0-57E87EFF34F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2700" y="0"/>
            <a:ext cx="9173369" cy="6856214"/>
            <a:chOff x="-16934" y="0"/>
            <a:chExt cx="12231160" cy="6856214"/>
          </a:xfrm>
        </p:grpSpPr>
        <p:pic>
          <p:nvPicPr>
            <p:cNvPr id="72" name="Picture 71">
              <a:extLst>
                <a:ext uri="{FF2B5EF4-FFF2-40B4-BE49-F238E27FC236}">
                  <a16:creationId xmlns:a16="http://schemas.microsoft.com/office/drawing/2014/main" id="{A7EF42F8-2417-49A6-95CE-DE9503B0AA66}"/>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73" name="Rectangle 72">
              <a:extLst>
                <a:ext uri="{FF2B5EF4-FFF2-40B4-BE49-F238E27FC236}">
                  <a16:creationId xmlns:a16="http://schemas.microsoft.com/office/drawing/2014/main" id="{AC6F623B-2003-4AED-B02F-541A150EC1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74" name="Picture 73">
              <a:extLst>
                <a:ext uri="{FF2B5EF4-FFF2-40B4-BE49-F238E27FC236}">
                  <a16:creationId xmlns:a16="http://schemas.microsoft.com/office/drawing/2014/main" id="{CD11837A-4F3D-419F-ACE2-E80B1EA2846F}"/>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75" name="Picture 74">
              <a:extLst>
                <a:ext uri="{FF2B5EF4-FFF2-40B4-BE49-F238E27FC236}">
                  <a16:creationId xmlns:a16="http://schemas.microsoft.com/office/drawing/2014/main" id="{B9411D1A-7E2C-4A36-BE32-BF7A8E130723}"/>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cxnSp>
        <p:nvCxnSpPr>
          <p:cNvPr id="77" name="Straight Connector 76">
            <a:extLst>
              <a:ext uri="{FF2B5EF4-FFF2-40B4-BE49-F238E27FC236}">
                <a16:creationId xmlns:a16="http://schemas.microsoft.com/office/drawing/2014/main" id="{20742BC3-654B-4E41-9A6A-73A42E47763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019299" y="3522131"/>
            <a:ext cx="5111751" cy="0"/>
          </a:xfrm>
          <a:prstGeom prst="line">
            <a:avLst/>
          </a:prstGeom>
        </p:spPr>
        <p:style>
          <a:lnRef idx="2">
            <a:schemeClr val="accent1"/>
          </a:lnRef>
          <a:fillRef idx="0">
            <a:schemeClr val="accent1"/>
          </a:fillRef>
          <a:effectRef idx="1">
            <a:schemeClr val="accent1"/>
          </a:effectRef>
          <a:fontRef idx="minor">
            <a:schemeClr val="tx1"/>
          </a:fontRef>
        </p:style>
      </p:cxnSp>
      <p:sp useBgFill="1">
        <p:nvSpPr>
          <p:cNvPr id="79" name="Rectangle 78">
            <a:extLst>
              <a:ext uri="{FF2B5EF4-FFF2-40B4-BE49-F238E27FC236}">
                <a16:creationId xmlns:a16="http://schemas.microsoft.com/office/drawing/2014/main" id="{575E71FA-50BD-43F8-8C98-04339283A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1" name="Group 80">
            <a:extLst>
              <a:ext uri="{FF2B5EF4-FFF2-40B4-BE49-F238E27FC236}">
                <a16:creationId xmlns:a16="http://schemas.microsoft.com/office/drawing/2014/main" id="{CF1AA7F6-A589-4BC8-BC72-2CA6DC9083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802" y="0"/>
            <a:ext cx="9172471" cy="6856214"/>
            <a:chOff x="-15736" y="0"/>
            <a:chExt cx="12229962" cy="6856214"/>
          </a:xfrm>
        </p:grpSpPr>
        <p:pic>
          <p:nvPicPr>
            <p:cNvPr id="82" name="Picture 81">
              <a:extLst>
                <a:ext uri="{FF2B5EF4-FFF2-40B4-BE49-F238E27FC236}">
                  <a16:creationId xmlns:a16="http://schemas.microsoft.com/office/drawing/2014/main" id="{53F5243F-7E41-439E-8991-C4F246D88F6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5">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83" name="Rectangle 82">
              <a:extLst>
                <a:ext uri="{FF2B5EF4-FFF2-40B4-BE49-F238E27FC236}">
                  <a16:creationId xmlns:a16="http://schemas.microsoft.com/office/drawing/2014/main" id="{401A6B5F-1CF1-43AD-9E85-94E187210C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84" name="Picture 83">
              <a:extLst>
                <a:ext uri="{FF2B5EF4-FFF2-40B4-BE49-F238E27FC236}">
                  <a16:creationId xmlns:a16="http://schemas.microsoft.com/office/drawing/2014/main" id="{2F682A59-7E20-407C-A7F8-582295AC687C}"/>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85" name="Picture 84">
              <a:extLst>
                <a:ext uri="{FF2B5EF4-FFF2-40B4-BE49-F238E27FC236}">
                  <a16:creationId xmlns:a16="http://schemas.microsoft.com/office/drawing/2014/main" id="{5E4AC24E-0670-406E-822F-AAA6DA2010D3}"/>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17410" name="Title 1"/>
          <p:cNvSpPr>
            <a:spLocks noGrp="1"/>
          </p:cNvSpPr>
          <p:nvPr>
            <p:ph type="title"/>
          </p:nvPr>
        </p:nvSpPr>
        <p:spPr>
          <a:xfrm>
            <a:off x="6009967" y="1041401"/>
            <a:ext cx="2309255" cy="2345264"/>
          </a:xfrm>
        </p:spPr>
        <p:txBody>
          <a:bodyPr vert="horz" lIns="91440" tIns="45720" rIns="91440" bIns="45720" rtlCol="0" anchor="b">
            <a:normAutofit/>
          </a:bodyPr>
          <a:lstStyle/>
          <a:p>
            <a:pPr>
              <a:lnSpc>
                <a:spcPct val="90000"/>
              </a:lnSpc>
            </a:pPr>
            <a:r>
              <a:rPr lang="en-US" sz="2900">
                <a:solidFill>
                  <a:srgbClr val="262626"/>
                </a:solidFill>
              </a:rPr>
              <a:t>Tabular description of the ‘Transfer data’ use-case </a:t>
            </a:r>
          </a:p>
        </p:txBody>
      </p:sp>
      <p:sp>
        <p:nvSpPr>
          <p:cNvPr id="87" name="Rectangle 86">
            <a:extLst>
              <a:ext uri="{FF2B5EF4-FFF2-40B4-BE49-F238E27FC236}">
                <a16:creationId xmlns:a16="http://schemas.microsoft.com/office/drawing/2014/main" id="{E89B1776-F953-4C0F-8E85-E9C66B1EF0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9483" y="1092200"/>
            <a:ext cx="4824097" cy="4515104"/>
          </a:xfrm>
          <a:prstGeom prst="rect">
            <a:avLst/>
          </a:prstGeom>
          <a:solidFill>
            <a:schemeClr val="bg1"/>
          </a:solidFill>
          <a:ln w="57150" cmpd="thickThin">
            <a:solidFill>
              <a:schemeClr val="tx1">
                <a:lumMod val="50000"/>
                <a:lumOff val="5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9" name="Straight Connector 88">
            <a:extLst>
              <a:ext uri="{FF2B5EF4-FFF2-40B4-BE49-F238E27FC236}">
                <a16:creationId xmlns:a16="http://schemas.microsoft.com/office/drawing/2014/main" id="{997356D0-D934-42B9-8291-DF34A3AC0CF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999573" y="3509772"/>
            <a:ext cx="2306233" cy="12359"/>
          </a:xfrm>
          <a:prstGeom prst="line">
            <a:avLst/>
          </a:prstGeom>
        </p:spPr>
        <p:style>
          <a:lnRef idx="2">
            <a:schemeClr val="accent1"/>
          </a:lnRef>
          <a:fillRef idx="0">
            <a:schemeClr val="accent1"/>
          </a:fillRef>
          <a:effectRef idx="1">
            <a:schemeClr val="accent1"/>
          </a:effectRef>
          <a:fontRef idx="minor">
            <a:schemeClr val="tx1"/>
          </a:fontRef>
        </p:style>
      </p:cxnSp>
      <p:sp>
        <p:nvSpPr>
          <p:cNvPr id="5" name="Footer Placeholder 4"/>
          <p:cNvSpPr>
            <a:spLocks noGrp="1"/>
          </p:cNvSpPr>
          <p:nvPr>
            <p:ph type="ftr" sz="quarter" idx="11"/>
          </p:nvPr>
        </p:nvSpPr>
        <p:spPr>
          <a:xfrm>
            <a:off x="973836" y="5907024"/>
            <a:ext cx="4457700" cy="279400"/>
          </a:xfrm>
        </p:spPr>
        <p:txBody>
          <a:bodyPr vert="horz" lIns="91440" tIns="45720" rIns="91440" bIns="45720" rtlCol="0" anchor="ctr">
            <a:normAutofit/>
          </a:bodyPr>
          <a:lstStyle/>
          <a:p>
            <a:pPr defTabSz="914400">
              <a:spcAft>
                <a:spcPts val="600"/>
              </a:spcAft>
              <a:defRPr/>
            </a:pPr>
            <a:r>
              <a:rPr lang="en-US" b="0" i="0" kern="1200">
                <a:solidFill>
                  <a:srgbClr val="000000"/>
                </a:solidFill>
                <a:effectLst/>
                <a:latin typeface="+mn-lt"/>
                <a:ea typeface="+mn-ea"/>
                <a:cs typeface="+mn-cs"/>
              </a:rPr>
              <a:t>Chapter 5 System modeling</a:t>
            </a:r>
          </a:p>
        </p:txBody>
      </p:sp>
      <p:sp>
        <p:nvSpPr>
          <p:cNvPr id="4" name="Slide Number Placeholder 3"/>
          <p:cNvSpPr>
            <a:spLocks noGrp="1"/>
          </p:cNvSpPr>
          <p:nvPr>
            <p:ph type="sldNum" sz="quarter" idx="12"/>
          </p:nvPr>
        </p:nvSpPr>
        <p:spPr>
          <a:xfrm>
            <a:off x="7763256" y="5907024"/>
            <a:ext cx="413375" cy="279400"/>
          </a:xfrm>
        </p:spPr>
        <p:txBody>
          <a:bodyPr vert="horz" lIns="91440" tIns="45720" rIns="91440" bIns="45720" rtlCol="0" anchor="ctr">
            <a:normAutofit/>
          </a:bodyPr>
          <a:lstStyle/>
          <a:p>
            <a:pPr defTabSz="914400">
              <a:spcAft>
                <a:spcPts val="600"/>
              </a:spcAft>
              <a:defRPr/>
            </a:pPr>
            <a:fld id="{964AD586-7C25-0244-A129-E014CC0A164A}" type="slidenum">
              <a:rPr lang="en-US">
                <a:solidFill>
                  <a:srgbClr val="000000"/>
                </a:solidFill>
              </a:rPr>
              <a:pPr defTabSz="914400">
                <a:spcAft>
                  <a:spcPts val="600"/>
                </a:spcAft>
                <a:defRPr/>
              </a:pPr>
              <a:t>16</a:t>
            </a:fld>
            <a:endParaRPr lang="en-US">
              <a:solidFill>
                <a:srgbClr val="000000"/>
              </a:solidFill>
            </a:endParaRPr>
          </a:p>
        </p:txBody>
      </p:sp>
      <p:graphicFrame>
        <p:nvGraphicFramePr>
          <p:cNvPr id="3" name="Table 2"/>
          <p:cNvGraphicFramePr>
            <a:graphicFrameLocks noGrp="1"/>
          </p:cNvGraphicFramePr>
          <p:nvPr>
            <p:extLst>
              <p:ext uri="{D42A27DB-BD31-4B8C-83A1-F6EECF244321}">
                <p14:modId xmlns:p14="http://schemas.microsoft.com/office/powerpoint/2010/main" val="2072590106"/>
              </p:ext>
            </p:extLst>
          </p:nvPr>
        </p:nvGraphicFramePr>
        <p:xfrm>
          <a:off x="1104615" y="1410208"/>
          <a:ext cx="4247857" cy="3858784"/>
        </p:xfrm>
        <a:graphic>
          <a:graphicData uri="http://schemas.openxmlformats.org/drawingml/2006/table">
            <a:tbl>
              <a:tblPr firstRow="1" bandRow="1">
                <a:tableStyleId>{5C22544A-7EE6-4342-B048-85BDC9FD1C3A}</a:tableStyleId>
              </a:tblPr>
              <a:tblGrid>
                <a:gridCol w="1008149">
                  <a:extLst>
                    <a:ext uri="{9D8B030D-6E8A-4147-A177-3AD203B41FA5}">
                      <a16:colId xmlns:a16="http://schemas.microsoft.com/office/drawing/2014/main" val="20000"/>
                    </a:ext>
                  </a:extLst>
                </a:gridCol>
                <a:gridCol w="3239708">
                  <a:extLst>
                    <a:ext uri="{9D8B030D-6E8A-4147-A177-3AD203B41FA5}">
                      <a16:colId xmlns:a16="http://schemas.microsoft.com/office/drawing/2014/main" val="20001"/>
                    </a:ext>
                  </a:extLst>
                </a:gridCol>
              </a:tblGrid>
              <a:tr h="221327">
                <a:tc gridSpan="2">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300" b="1" u="none" strike="noStrike" cap="none" normalizeH="0" baseline="0">
                          <a:ln>
                            <a:noFill/>
                          </a:ln>
                          <a:solidFill>
                            <a:srgbClr val="000000"/>
                          </a:solidFill>
                          <a:effectLst/>
                        </a:rPr>
                        <a:t>MHC-PMS: Transfer data</a:t>
                      </a:r>
                      <a:endParaRPr kumimoji="0" lang="en-GB" sz="1300" b="1" i="0" u="none" strike="noStrike" cap="none" normalizeH="0" baseline="0">
                        <a:ln>
                          <a:noFill/>
                        </a:ln>
                        <a:solidFill>
                          <a:srgbClr val="000000"/>
                        </a:solidFill>
                        <a:effectLst/>
                        <a:latin typeface="Arial" charset="0"/>
                        <a:ea typeface="Times New Roman" charset="0"/>
                      </a:endParaRPr>
                    </a:p>
                  </a:txBody>
                  <a:tcPr marL="54129" marR="54129" marT="0" marB="0" horzOverflow="overflow"/>
                </a:tc>
                <a:tc hMerge="1">
                  <a:txBody>
                    <a:bodyPr/>
                    <a:lstStyle/>
                    <a:p>
                      <a:endParaRPr lang="en-US"/>
                    </a:p>
                  </a:txBody>
                  <a:tcPr/>
                </a:tc>
                <a:extLst>
                  <a:ext uri="{0D108BD9-81ED-4DB2-BD59-A6C34878D82A}">
                    <a16:rowId xmlns:a16="http://schemas.microsoft.com/office/drawing/2014/main" val="10000"/>
                  </a:ext>
                </a:extLst>
              </a:tr>
              <a:tr h="41378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300" b="0" u="none" strike="noStrike" cap="none" normalizeH="0" baseline="0">
                          <a:ln>
                            <a:noFill/>
                          </a:ln>
                          <a:solidFill>
                            <a:srgbClr val="000000"/>
                          </a:solidFill>
                          <a:effectLst/>
                        </a:rPr>
                        <a:t>Actors</a:t>
                      </a:r>
                      <a:endParaRPr kumimoji="0" lang="en-GB" sz="1300" b="0" i="0" u="none" strike="noStrike" cap="none" normalizeH="0" baseline="0">
                        <a:ln>
                          <a:noFill/>
                        </a:ln>
                        <a:solidFill>
                          <a:srgbClr val="000000"/>
                        </a:solidFill>
                        <a:effectLst/>
                        <a:latin typeface="Arial" charset="0"/>
                        <a:ea typeface="Times New Roman" charset="0"/>
                      </a:endParaRPr>
                    </a:p>
                  </a:txBody>
                  <a:tcPr marL="54129" marR="54129" marT="0" marB="0" horzOverflow="overflow"/>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300" b="0" u="none" strike="noStrike" cap="none" normalizeH="0" baseline="0">
                          <a:ln>
                            <a:noFill/>
                          </a:ln>
                          <a:solidFill>
                            <a:srgbClr val="000000"/>
                          </a:solidFill>
                          <a:effectLst/>
                        </a:rPr>
                        <a:t>Medical receptionist, patient records system (PRS)</a:t>
                      </a:r>
                      <a:endParaRPr kumimoji="0" lang="en-GB" sz="1300" b="0" i="0" u="none" strike="noStrike" cap="none" normalizeH="0" baseline="0">
                        <a:ln>
                          <a:noFill/>
                        </a:ln>
                        <a:solidFill>
                          <a:srgbClr val="000000"/>
                        </a:solidFill>
                        <a:effectLst/>
                        <a:latin typeface="Arial" charset="0"/>
                        <a:ea typeface="Times New Roman" charset="0"/>
                      </a:endParaRPr>
                    </a:p>
                  </a:txBody>
                  <a:tcPr marL="54129" marR="54129" marT="0" marB="0" horzOverflow="overflow"/>
                </a:tc>
                <a:extLst>
                  <a:ext uri="{0D108BD9-81ED-4DB2-BD59-A6C34878D82A}">
                    <a16:rowId xmlns:a16="http://schemas.microsoft.com/office/drawing/2014/main" val="10001"/>
                  </a:ext>
                </a:extLst>
              </a:tr>
              <a:tr h="1568532">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300" b="0" u="none" strike="noStrike" cap="none" normalizeH="0" baseline="0">
                          <a:ln>
                            <a:noFill/>
                          </a:ln>
                          <a:solidFill>
                            <a:srgbClr val="000000"/>
                          </a:solidFill>
                          <a:effectLst/>
                        </a:rPr>
                        <a:t>Description</a:t>
                      </a:r>
                      <a:endParaRPr kumimoji="0" lang="en-GB" sz="1300" b="0" i="0" u="none" strike="noStrike" cap="none" normalizeH="0" baseline="0">
                        <a:ln>
                          <a:noFill/>
                        </a:ln>
                        <a:solidFill>
                          <a:srgbClr val="000000"/>
                        </a:solidFill>
                        <a:effectLst/>
                        <a:latin typeface="Arial" charset="0"/>
                        <a:ea typeface="Times New Roman" charset="0"/>
                      </a:endParaRPr>
                    </a:p>
                  </a:txBody>
                  <a:tcPr marL="54129" marR="54129" marT="0" marB="0" horzOverflow="overflow"/>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300" b="0" u="none" strike="noStrike" cap="none" normalizeH="0" baseline="0">
                          <a:ln>
                            <a:noFill/>
                          </a:ln>
                          <a:solidFill>
                            <a:srgbClr val="000000"/>
                          </a:solidFill>
                          <a:effectLst/>
                        </a:rPr>
                        <a:t>A receptionist may transfer data from the MHC-PMS to a general patient record database that is maintained by a health authority. The information transferred may either be updated personal information (address, phone number, etc.) or a summary of the patient’s diagnosis and treatment.</a:t>
                      </a:r>
                      <a:endParaRPr kumimoji="0" lang="en-GB" sz="1300" b="0" i="0" u="none" strike="noStrike" cap="none" normalizeH="0" baseline="0">
                        <a:ln>
                          <a:noFill/>
                        </a:ln>
                        <a:solidFill>
                          <a:srgbClr val="000000"/>
                        </a:solidFill>
                        <a:effectLst/>
                        <a:latin typeface="Arial" charset="0"/>
                        <a:ea typeface="Times New Roman" charset="0"/>
                      </a:endParaRPr>
                    </a:p>
                  </a:txBody>
                  <a:tcPr marL="54129" marR="54129" marT="0" marB="0" horzOverflow="overflow"/>
                </a:tc>
                <a:extLst>
                  <a:ext uri="{0D108BD9-81ED-4DB2-BD59-A6C34878D82A}">
                    <a16:rowId xmlns:a16="http://schemas.microsoft.com/office/drawing/2014/main" val="10002"/>
                  </a:ext>
                </a:extLst>
              </a:tr>
              <a:tr h="41378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300" b="0" u="none" strike="noStrike" cap="none" normalizeH="0" baseline="0">
                          <a:ln>
                            <a:noFill/>
                          </a:ln>
                          <a:solidFill>
                            <a:srgbClr val="000000"/>
                          </a:solidFill>
                          <a:effectLst/>
                        </a:rPr>
                        <a:t>Data</a:t>
                      </a:r>
                      <a:endParaRPr kumimoji="0" lang="en-GB" sz="1300" b="0" i="0" u="none" strike="noStrike" cap="none" normalizeH="0" baseline="0">
                        <a:ln>
                          <a:noFill/>
                        </a:ln>
                        <a:solidFill>
                          <a:srgbClr val="000000"/>
                        </a:solidFill>
                        <a:effectLst/>
                        <a:latin typeface="Arial" charset="0"/>
                        <a:ea typeface="Times New Roman" charset="0"/>
                      </a:endParaRPr>
                    </a:p>
                  </a:txBody>
                  <a:tcPr marL="54129" marR="54129" marT="0" marB="0" horzOverflow="overflow"/>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300" b="0" u="none" strike="noStrike" cap="none" normalizeH="0" baseline="0">
                          <a:ln>
                            <a:noFill/>
                          </a:ln>
                          <a:solidFill>
                            <a:srgbClr val="000000"/>
                          </a:solidFill>
                          <a:effectLst/>
                        </a:rPr>
                        <a:t>Patient’s personal information, treatment summary</a:t>
                      </a:r>
                      <a:endParaRPr kumimoji="0" lang="en-GB" sz="1300" b="0" i="0" u="none" strike="noStrike" cap="none" normalizeH="0" baseline="0">
                        <a:ln>
                          <a:noFill/>
                        </a:ln>
                        <a:solidFill>
                          <a:srgbClr val="000000"/>
                        </a:solidFill>
                        <a:effectLst/>
                        <a:latin typeface="Arial" charset="0"/>
                        <a:ea typeface="Times New Roman" charset="0"/>
                      </a:endParaRPr>
                    </a:p>
                  </a:txBody>
                  <a:tcPr marL="54129" marR="54129" marT="0" marB="0" horzOverflow="overflow"/>
                </a:tc>
                <a:extLst>
                  <a:ext uri="{0D108BD9-81ED-4DB2-BD59-A6C34878D82A}">
                    <a16:rowId xmlns:a16="http://schemas.microsoft.com/office/drawing/2014/main" val="10003"/>
                  </a:ext>
                </a:extLst>
              </a:tr>
              <a:tr h="41378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300" b="0" u="none" strike="noStrike" cap="none" normalizeH="0" baseline="0">
                          <a:ln>
                            <a:noFill/>
                          </a:ln>
                          <a:solidFill>
                            <a:srgbClr val="000000"/>
                          </a:solidFill>
                          <a:effectLst/>
                        </a:rPr>
                        <a:t>Stimulus</a:t>
                      </a:r>
                      <a:endParaRPr kumimoji="0" lang="en-GB" sz="1300" b="0" i="0" u="none" strike="noStrike" cap="none" normalizeH="0" baseline="0">
                        <a:ln>
                          <a:noFill/>
                        </a:ln>
                        <a:solidFill>
                          <a:srgbClr val="000000"/>
                        </a:solidFill>
                        <a:effectLst/>
                        <a:latin typeface="Arial" charset="0"/>
                        <a:ea typeface="Times New Roman" charset="0"/>
                      </a:endParaRPr>
                    </a:p>
                  </a:txBody>
                  <a:tcPr marL="54129" marR="54129" marT="0" marB="0" horzOverflow="overflow"/>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300" b="0" u="none" strike="noStrike" cap="none" normalizeH="0" baseline="0">
                          <a:ln>
                            <a:noFill/>
                          </a:ln>
                          <a:solidFill>
                            <a:srgbClr val="000000"/>
                          </a:solidFill>
                          <a:effectLst/>
                        </a:rPr>
                        <a:t>User command issued by medical receptionist</a:t>
                      </a:r>
                      <a:endParaRPr kumimoji="0" lang="en-GB" sz="1300" b="0" i="0" u="none" strike="noStrike" cap="none" normalizeH="0" baseline="0">
                        <a:ln>
                          <a:noFill/>
                        </a:ln>
                        <a:solidFill>
                          <a:srgbClr val="000000"/>
                        </a:solidFill>
                        <a:effectLst/>
                        <a:latin typeface="Arial" charset="0"/>
                        <a:ea typeface="Times New Roman" charset="0"/>
                      </a:endParaRPr>
                    </a:p>
                  </a:txBody>
                  <a:tcPr marL="54129" marR="54129" marT="0" marB="0" horzOverflow="overflow"/>
                </a:tc>
                <a:extLst>
                  <a:ext uri="{0D108BD9-81ED-4DB2-BD59-A6C34878D82A}">
                    <a16:rowId xmlns:a16="http://schemas.microsoft.com/office/drawing/2014/main" val="10004"/>
                  </a:ext>
                </a:extLst>
              </a:tr>
              <a:tr h="221327">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300" b="0" u="none" strike="noStrike" cap="none" normalizeH="0" baseline="0">
                          <a:ln>
                            <a:noFill/>
                          </a:ln>
                          <a:solidFill>
                            <a:srgbClr val="000000"/>
                          </a:solidFill>
                          <a:effectLst/>
                        </a:rPr>
                        <a:t>Response</a:t>
                      </a:r>
                      <a:endParaRPr kumimoji="0" lang="en-GB" sz="1300" b="0" i="0" u="none" strike="noStrike" cap="none" normalizeH="0" baseline="0">
                        <a:ln>
                          <a:noFill/>
                        </a:ln>
                        <a:solidFill>
                          <a:srgbClr val="000000"/>
                        </a:solidFill>
                        <a:effectLst/>
                        <a:latin typeface="Arial" charset="0"/>
                        <a:ea typeface="Times New Roman" charset="0"/>
                      </a:endParaRPr>
                    </a:p>
                  </a:txBody>
                  <a:tcPr marL="54129" marR="54129" marT="0" marB="0" horzOverflow="overflow"/>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300" b="0" u="none" strike="noStrike" cap="none" normalizeH="0" baseline="0">
                          <a:ln>
                            <a:noFill/>
                          </a:ln>
                          <a:solidFill>
                            <a:srgbClr val="000000"/>
                          </a:solidFill>
                          <a:effectLst/>
                        </a:rPr>
                        <a:t>Confirmation that PRS has been updated</a:t>
                      </a:r>
                      <a:endParaRPr kumimoji="0" lang="en-GB" sz="1300" b="0" i="0" u="none" strike="noStrike" cap="none" normalizeH="0" baseline="0">
                        <a:ln>
                          <a:noFill/>
                        </a:ln>
                        <a:solidFill>
                          <a:srgbClr val="000000"/>
                        </a:solidFill>
                        <a:effectLst/>
                        <a:latin typeface="Arial" charset="0"/>
                        <a:ea typeface="Times New Roman" charset="0"/>
                      </a:endParaRPr>
                    </a:p>
                  </a:txBody>
                  <a:tcPr marL="54129" marR="54129" marT="0" marB="0" horzOverflow="overflow"/>
                </a:tc>
                <a:extLst>
                  <a:ext uri="{0D108BD9-81ED-4DB2-BD59-A6C34878D82A}">
                    <a16:rowId xmlns:a16="http://schemas.microsoft.com/office/drawing/2014/main" val="10005"/>
                  </a:ext>
                </a:extLst>
              </a:tr>
              <a:tr h="60624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300" b="0" u="none" strike="noStrike" cap="none" normalizeH="0" baseline="0">
                          <a:ln>
                            <a:noFill/>
                          </a:ln>
                          <a:solidFill>
                            <a:srgbClr val="000000"/>
                          </a:solidFill>
                          <a:effectLst/>
                        </a:rPr>
                        <a:t>Comments</a:t>
                      </a:r>
                      <a:endParaRPr kumimoji="0" lang="en-GB" sz="1300" b="0" i="0" u="none" strike="noStrike" cap="none" normalizeH="0" baseline="0">
                        <a:ln>
                          <a:noFill/>
                        </a:ln>
                        <a:solidFill>
                          <a:srgbClr val="000000"/>
                        </a:solidFill>
                        <a:effectLst/>
                        <a:latin typeface="Arial" charset="0"/>
                        <a:ea typeface="Times New Roman" charset="0"/>
                      </a:endParaRPr>
                    </a:p>
                  </a:txBody>
                  <a:tcPr marL="54129" marR="54129" marT="0" marB="0" horzOverflow="overflow"/>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300" b="0" u="none" strike="noStrike" cap="none" normalizeH="0" baseline="0">
                          <a:ln>
                            <a:noFill/>
                          </a:ln>
                          <a:solidFill>
                            <a:srgbClr val="000000"/>
                          </a:solidFill>
                          <a:effectLst/>
                        </a:rPr>
                        <a:t>The receptionist must have appropriate security permissions to access the patient information and the PRS.</a:t>
                      </a:r>
                      <a:endParaRPr kumimoji="0" lang="en-GB" sz="1300" b="0" i="0" u="none" strike="noStrike" cap="none" normalizeH="0" baseline="0">
                        <a:ln>
                          <a:noFill/>
                        </a:ln>
                        <a:solidFill>
                          <a:srgbClr val="000000"/>
                        </a:solidFill>
                        <a:effectLst/>
                        <a:latin typeface="Arial" charset="0"/>
                        <a:ea typeface="Times New Roman" charset="0"/>
                      </a:endParaRPr>
                    </a:p>
                  </a:txBody>
                  <a:tcPr marL="54129" marR="54129" marT="0" marB="0" horzOverflow="overflow"/>
                </a:tc>
                <a:extLst>
                  <a:ext uri="{0D108BD9-81ED-4DB2-BD59-A6C34878D82A}">
                    <a16:rowId xmlns:a16="http://schemas.microsoft.com/office/drawing/2014/main" val="10006"/>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normAutofit fontScale="90000"/>
          </a:bodyPr>
          <a:lstStyle/>
          <a:p>
            <a:r>
              <a:rPr lang="en-US" dirty="0"/>
              <a:t>Use cases in the MHC-PMS involving the role ‘Medical Receptionist’</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17</a:t>
            </a:fld>
            <a:endParaRPr lang="en-US"/>
          </a:p>
        </p:txBody>
      </p:sp>
      <p:pic>
        <p:nvPicPr>
          <p:cNvPr id="4" name="Picture 3" descr="5.5 RecepUseCases.eps"/>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2"/>
              <a:stretch>
                <a:fillRect/>
              </a:stretch>
            </p:blipFill>
          </mc:Choice>
          <mc:Fallback>
            <p:blipFill>
              <a:blip r:embed="rId3"/>
              <a:stretch>
                <a:fillRect/>
              </a:stretch>
            </p:blipFill>
          </mc:Fallback>
        </mc:AlternateContent>
        <p:spPr>
          <a:xfrm>
            <a:off x="2279650" y="1747838"/>
            <a:ext cx="4451350" cy="4795654"/>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2BE4420-3B5F-4549-8B4A-77855B8215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75876F6-95D4-48CB-8E3E-4401A96E25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4603" y="496088"/>
            <a:ext cx="2867411" cy="5883295"/>
          </a:xfrm>
          <a:prstGeom prst="rect">
            <a:avLst/>
          </a:prstGeom>
          <a:blipFill dpi="0" rotWithShape="1">
            <a:blip r:embed="rId2"/>
            <a:srcRect/>
            <a:tile tx="0" ty="0" sx="100000" sy="100000" flip="none" algn="tl"/>
          </a:blipFill>
          <a:ln>
            <a:noFill/>
          </a:ln>
          <a:effectLst>
            <a:outerShdw blurRad="114300" dist="127000" dir="5400000" sx="99000" sy="99000" algn="t" rotWithShape="0">
              <a:prstClr val="black">
                <a:alpha val="40000"/>
              </a:prstClr>
            </a:outerShdw>
          </a:effectLst>
          <a:scene3d>
            <a:camera prst="orthographicFront"/>
            <a:lightRig rig="twoPt" dir="t"/>
          </a:scene3d>
          <a:sp3d contourW="6350">
            <a:bevelT w="12700" h="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1B84719-90BB-4D0C-92D8-61DC5512B3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6009" y="609600"/>
            <a:ext cx="2664004"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91699" y="1055077"/>
            <a:ext cx="1899682" cy="4794578"/>
          </a:xfrm>
        </p:spPr>
        <p:txBody>
          <a:bodyPr>
            <a:normAutofit/>
          </a:bodyPr>
          <a:lstStyle/>
          <a:p>
            <a:r>
              <a:rPr lang="en-US" sz="3700">
                <a:solidFill>
                  <a:srgbClr val="262626"/>
                </a:solidFill>
              </a:rPr>
              <a:t>Sequence diagrams</a:t>
            </a:r>
          </a:p>
        </p:txBody>
      </p:sp>
      <p:sp useBgFill="1">
        <p:nvSpPr>
          <p:cNvPr id="17" name="Rectangle 16">
            <a:extLst>
              <a:ext uri="{FF2B5EF4-FFF2-40B4-BE49-F238E27FC236}">
                <a16:creationId xmlns:a16="http://schemas.microsoft.com/office/drawing/2014/main" id="{7B407EC4-5D16-4845-9840-4E28622B65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89039" y="-2"/>
            <a:ext cx="5654961"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p:cNvSpPr>
            <a:spLocks noGrp="1"/>
          </p:cNvSpPr>
          <p:nvPr>
            <p:ph type="ftr" sz="quarter" idx="11"/>
          </p:nvPr>
        </p:nvSpPr>
        <p:spPr>
          <a:xfrm>
            <a:off x="3816349" y="6379383"/>
            <a:ext cx="2736850" cy="279400"/>
          </a:xfrm>
        </p:spPr>
        <p:txBody>
          <a:bodyPr>
            <a:normAutofit/>
          </a:bodyPr>
          <a:lstStyle/>
          <a:p>
            <a:pPr>
              <a:spcAft>
                <a:spcPts val="600"/>
              </a:spcAft>
              <a:defRPr/>
            </a:pPr>
            <a:r>
              <a:rPr lang="en-US"/>
              <a:t>Chapter 5 System modeling</a:t>
            </a:r>
          </a:p>
        </p:txBody>
      </p:sp>
      <p:sp>
        <p:nvSpPr>
          <p:cNvPr id="4" name="Slide Number Placeholder 3"/>
          <p:cNvSpPr>
            <a:spLocks noGrp="1"/>
          </p:cNvSpPr>
          <p:nvPr>
            <p:ph type="sldNum" sz="quarter" idx="12"/>
          </p:nvPr>
        </p:nvSpPr>
        <p:spPr>
          <a:xfrm>
            <a:off x="8287222" y="6379383"/>
            <a:ext cx="407023" cy="279400"/>
          </a:xfrm>
        </p:spPr>
        <p:txBody>
          <a:bodyPr>
            <a:normAutofit/>
          </a:bodyPr>
          <a:lstStyle/>
          <a:p>
            <a:pPr>
              <a:spcAft>
                <a:spcPts val="600"/>
              </a:spcAft>
              <a:defRPr/>
            </a:pPr>
            <a:fld id="{DEC9DA09-039A-A841-BA90-58CFCFBF8E01}" type="slidenum">
              <a:rPr lang="en-US" smtClean="0"/>
              <a:pPr>
                <a:spcAft>
                  <a:spcPts val="600"/>
                </a:spcAft>
                <a:defRPr/>
              </a:pPr>
              <a:t>18</a:t>
            </a:fld>
            <a:endParaRPr lang="en-US"/>
          </a:p>
        </p:txBody>
      </p:sp>
      <p:graphicFrame>
        <p:nvGraphicFramePr>
          <p:cNvPr id="7" name="Content Placeholder 2">
            <a:extLst>
              <a:ext uri="{FF2B5EF4-FFF2-40B4-BE49-F238E27FC236}">
                <a16:creationId xmlns:a16="http://schemas.microsoft.com/office/drawing/2014/main" id="{7EB0B65C-0FD0-4EDA-FB6C-C56E9FDCA7A7}"/>
              </a:ext>
            </a:extLst>
          </p:cNvPr>
          <p:cNvGraphicFramePr>
            <a:graphicFrameLocks noGrp="1"/>
          </p:cNvGraphicFramePr>
          <p:nvPr>
            <p:ph idx="1"/>
            <p:extLst>
              <p:ext uri="{D42A27DB-BD31-4B8C-83A1-F6EECF244321}">
                <p14:modId xmlns:p14="http://schemas.microsoft.com/office/powerpoint/2010/main" val="1957897011"/>
              </p:ext>
            </p:extLst>
          </p:nvPr>
        </p:nvGraphicFramePr>
        <p:xfrm>
          <a:off x="4102554" y="804670"/>
          <a:ext cx="4435656" cy="524865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normAutofit fontScale="90000"/>
          </a:bodyPr>
          <a:lstStyle/>
          <a:p>
            <a:r>
              <a:rPr lang="en-US" dirty="0"/>
              <a:t>Sequence diagram for View patient information</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19</a:t>
            </a:fld>
            <a:endParaRPr lang="en-US"/>
          </a:p>
        </p:txBody>
      </p:sp>
      <p:pic>
        <p:nvPicPr>
          <p:cNvPr id="4" name="Picture 3" descr="5.6 ViewInfoSeqDiag.eps"/>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2"/>
              <a:stretch>
                <a:fillRect/>
              </a:stretch>
            </p:blipFill>
          </mc:Choice>
          <mc:Fallback>
            <p:blipFill>
              <a:blip r:embed="rId3"/>
              <a:stretch>
                <a:fillRect/>
              </a:stretch>
            </p:blipFill>
          </mc:Fallback>
        </mc:AlternateContent>
        <p:spPr>
          <a:xfrm>
            <a:off x="1530349" y="1727200"/>
            <a:ext cx="6455927" cy="43815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normAutofit fontScale="90000"/>
          </a:bodyPr>
          <a:lstStyle/>
          <a:p>
            <a:r>
              <a:rPr lang="en-US" dirty="0"/>
              <a:t>Sequence diagram for Transfer Data</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20</a:t>
            </a:fld>
            <a:endParaRPr lang="en-US"/>
          </a:p>
        </p:txBody>
      </p:sp>
      <p:pic>
        <p:nvPicPr>
          <p:cNvPr id="4" name="Picture 3" descr="5.7 TransferData.eps"/>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2"/>
              <a:stretch>
                <a:fillRect/>
              </a:stretch>
            </p:blipFill>
          </mc:Choice>
          <mc:Fallback>
            <p:blipFill>
              <a:blip r:embed="rId3"/>
              <a:stretch>
                <a:fillRect/>
              </a:stretch>
            </p:blipFill>
          </mc:Fallback>
        </mc:AlternateContent>
        <p:spPr>
          <a:xfrm>
            <a:off x="2057399" y="1231900"/>
            <a:ext cx="5395649" cy="54229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Structural models</a:t>
            </a:r>
          </a:p>
        </p:txBody>
      </p:sp>
      <p:sp>
        <p:nvSpPr>
          <p:cNvPr id="3" name="Content Placeholder 2"/>
          <p:cNvSpPr>
            <a:spLocks noGrp="1"/>
          </p:cNvSpPr>
          <p:nvPr>
            <p:ph idx="1"/>
          </p:nvPr>
        </p:nvSpPr>
        <p:spPr/>
        <p:txBody>
          <a:bodyPr>
            <a:normAutofit fontScale="92500"/>
          </a:bodyPr>
          <a:lstStyle/>
          <a:p>
            <a:r>
              <a:rPr lang="en-US" dirty="0"/>
              <a:t>Structural models of software display the organization of a system in terms of the components that make up that system and their relationships. </a:t>
            </a:r>
          </a:p>
          <a:p>
            <a:r>
              <a:rPr lang="en-US" dirty="0"/>
              <a:t>Structural models may be static models, which show the structure of the system design, or dynamic models, which show the organization of the system when it is executing. </a:t>
            </a:r>
          </a:p>
          <a:p>
            <a:r>
              <a:rPr lang="en-US" dirty="0"/>
              <a:t>You create structural models of a system when you are discussing and designing the system architecture. </a:t>
            </a:r>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2BE4420-3B5F-4549-8B4A-77855B8215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75876F6-95D4-48CB-8E3E-4401A96E25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4603" y="496088"/>
            <a:ext cx="2867411" cy="5883295"/>
          </a:xfrm>
          <a:prstGeom prst="rect">
            <a:avLst/>
          </a:prstGeom>
          <a:blipFill dpi="0" rotWithShape="1">
            <a:blip r:embed="rId2"/>
            <a:srcRect/>
            <a:tile tx="0" ty="0" sx="100000" sy="100000" flip="none" algn="tl"/>
          </a:blipFill>
          <a:ln>
            <a:noFill/>
          </a:ln>
          <a:effectLst>
            <a:outerShdw blurRad="114300" dist="127000" dir="5400000" sx="99000" sy="99000" algn="t" rotWithShape="0">
              <a:prstClr val="black">
                <a:alpha val="40000"/>
              </a:prstClr>
            </a:outerShdw>
          </a:effectLst>
          <a:scene3d>
            <a:camera prst="orthographicFront"/>
            <a:lightRig rig="twoPt" dir="t"/>
          </a:scene3d>
          <a:sp3d contourW="6350">
            <a:bevelT w="12700" h="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1B84719-90BB-4D0C-92D8-61DC5512B3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6009" y="609600"/>
            <a:ext cx="2664004"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91699" y="1055077"/>
            <a:ext cx="1899682" cy="4794578"/>
          </a:xfrm>
        </p:spPr>
        <p:txBody>
          <a:bodyPr>
            <a:normAutofit/>
          </a:bodyPr>
          <a:lstStyle/>
          <a:p>
            <a:r>
              <a:rPr lang="en-US" sz="3700">
                <a:solidFill>
                  <a:srgbClr val="262626"/>
                </a:solidFill>
              </a:rPr>
              <a:t>Class diagrams</a:t>
            </a:r>
          </a:p>
        </p:txBody>
      </p:sp>
      <p:sp useBgFill="1">
        <p:nvSpPr>
          <p:cNvPr id="17" name="Rectangle 16">
            <a:extLst>
              <a:ext uri="{FF2B5EF4-FFF2-40B4-BE49-F238E27FC236}">
                <a16:creationId xmlns:a16="http://schemas.microsoft.com/office/drawing/2014/main" id="{7B407EC4-5D16-4845-9840-4E28622B65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89039" y="-2"/>
            <a:ext cx="5654961"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p:cNvSpPr>
            <a:spLocks noGrp="1"/>
          </p:cNvSpPr>
          <p:nvPr>
            <p:ph type="ftr" sz="quarter" idx="11"/>
          </p:nvPr>
        </p:nvSpPr>
        <p:spPr>
          <a:xfrm>
            <a:off x="3816349" y="6379383"/>
            <a:ext cx="2736850" cy="279400"/>
          </a:xfrm>
        </p:spPr>
        <p:txBody>
          <a:bodyPr>
            <a:normAutofit/>
          </a:bodyPr>
          <a:lstStyle/>
          <a:p>
            <a:pPr>
              <a:spcAft>
                <a:spcPts val="600"/>
              </a:spcAft>
              <a:defRPr/>
            </a:pPr>
            <a:r>
              <a:rPr lang="en-US"/>
              <a:t>Chapter 5 System modeling</a:t>
            </a:r>
          </a:p>
        </p:txBody>
      </p:sp>
      <p:sp>
        <p:nvSpPr>
          <p:cNvPr id="4" name="Slide Number Placeholder 3"/>
          <p:cNvSpPr>
            <a:spLocks noGrp="1"/>
          </p:cNvSpPr>
          <p:nvPr>
            <p:ph type="sldNum" sz="quarter" idx="12"/>
          </p:nvPr>
        </p:nvSpPr>
        <p:spPr>
          <a:xfrm>
            <a:off x="8287222" y="6379383"/>
            <a:ext cx="407023" cy="279400"/>
          </a:xfrm>
        </p:spPr>
        <p:txBody>
          <a:bodyPr>
            <a:normAutofit/>
          </a:bodyPr>
          <a:lstStyle/>
          <a:p>
            <a:pPr>
              <a:spcAft>
                <a:spcPts val="600"/>
              </a:spcAft>
              <a:defRPr/>
            </a:pPr>
            <a:fld id="{DEC9DA09-039A-A841-BA90-58CFCFBF8E01}" type="slidenum">
              <a:rPr lang="en-US" smtClean="0"/>
              <a:pPr>
                <a:spcAft>
                  <a:spcPts val="600"/>
                </a:spcAft>
                <a:defRPr/>
              </a:pPr>
              <a:t>22</a:t>
            </a:fld>
            <a:endParaRPr lang="en-US"/>
          </a:p>
        </p:txBody>
      </p:sp>
      <p:graphicFrame>
        <p:nvGraphicFramePr>
          <p:cNvPr id="7" name="Content Placeholder 2">
            <a:extLst>
              <a:ext uri="{FF2B5EF4-FFF2-40B4-BE49-F238E27FC236}">
                <a16:creationId xmlns:a16="http://schemas.microsoft.com/office/drawing/2014/main" id="{C4E890FB-E93C-7D5B-CB1A-577033ABA2A2}"/>
              </a:ext>
            </a:extLst>
          </p:cNvPr>
          <p:cNvGraphicFramePr>
            <a:graphicFrameLocks noGrp="1"/>
          </p:cNvGraphicFramePr>
          <p:nvPr>
            <p:ph idx="1"/>
            <p:extLst>
              <p:ext uri="{D42A27DB-BD31-4B8C-83A1-F6EECF244321}">
                <p14:modId xmlns:p14="http://schemas.microsoft.com/office/powerpoint/2010/main" val="4087846832"/>
              </p:ext>
            </p:extLst>
          </p:nvPr>
        </p:nvGraphicFramePr>
        <p:xfrm>
          <a:off x="4102554" y="804670"/>
          <a:ext cx="4435656" cy="524865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r>
              <a:rPr lang="en-US" dirty="0"/>
              <a:t>UML classes and association</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23</a:t>
            </a:fld>
            <a:endParaRPr lang="en-US"/>
          </a:p>
        </p:txBody>
      </p:sp>
      <p:pic>
        <p:nvPicPr>
          <p:cNvPr id="4" name="Picture 3" descr="5.8 ClassAssoc.eps"/>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2"/>
              <a:stretch>
                <a:fillRect/>
              </a:stretch>
            </p:blipFill>
          </mc:Choice>
          <mc:Fallback>
            <p:blipFill>
              <a:blip r:embed="rId3"/>
              <a:stretch>
                <a:fillRect/>
              </a:stretch>
            </p:blipFill>
          </mc:Fallback>
        </mc:AlternateContent>
        <p:spPr>
          <a:xfrm>
            <a:off x="2076449" y="3060700"/>
            <a:ext cx="5312019" cy="9525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normAutofit fontScale="90000"/>
          </a:bodyPr>
          <a:lstStyle/>
          <a:p>
            <a:r>
              <a:rPr lang="en-US" dirty="0"/>
              <a:t>Classes and associations in the MHC-PMS </a:t>
            </a:r>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24</a:t>
            </a:fld>
            <a:endParaRPr lang="en-US"/>
          </a:p>
        </p:txBody>
      </p:sp>
      <p:pic>
        <p:nvPicPr>
          <p:cNvPr id="4" name="Picture 3" descr="5.9 MHCPMS-classes.eps"/>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2"/>
              <a:stretch>
                <a:fillRect/>
              </a:stretch>
            </p:blipFill>
          </mc:Choice>
          <mc:Fallback>
            <p:blipFill>
              <a:blip r:embed="rId3"/>
              <a:stretch>
                <a:fillRect/>
              </a:stretch>
            </p:blipFill>
          </mc:Fallback>
        </mc:AlternateContent>
        <p:spPr>
          <a:xfrm>
            <a:off x="1073149" y="1746249"/>
            <a:ext cx="6677283" cy="4477707"/>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en-US" dirty="0"/>
              <a:t>The Consultation class</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25</a:t>
            </a:fld>
            <a:endParaRPr lang="en-US"/>
          </a:p>
        </p:txBody>
      </p:sp>
      <p:pic>
        <p:nvPicPr>
          <p:cNvPr id="4" name="Picture 3" descr="5.10 Consultation Class.eps"/>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2"/>
              <a:stretch>
                <a:fillRect/>
              </a:stretch>
            </p:blipFill>
          </mc:Choice>
          <mc:Fallback>
            <p:blipFill>
              <a:blip r:embed="rId3"/>
              <a:stretch>
                <a:fillRect/>
              </a:stretch>
            </p:blipFill>
          </mc:Fallback>
        </mc:AlternateContent>
        <p:spPr>
          <a:xfrm>
            <a:off x="3263900" y="1727199"/>
            <a:ext cx="2654300" cy="4550229"/>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grpSp>
        <p:nvGrpSpPr>
          <p:cNvPr id="9" name="Group 11">
            <a:extLst>
              <a:ext uri="{FF2B5EF4-FFF2-40B4-BE49-F238E27FC236}">
                <a16:creationId xmlns:a16="http://schemas.microsoft.com/office/drawing/2014/main" id="{E7DEDD00-5E71-418B-9C3C-9B71B01822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802" y="0"/>
            <a:ext cx="9172471" cy="6856214"/>
            <a:chOff x="-15736" y="0"/>
            <a:chExt cx="12229962" cy="6856214"/>
          </a:xfrm>
        </p:grpSpPr>
        <p:pic>
          <p:nvPicPr>
            <p:cNvPr id="13" name="Picture 12">
              <a:extLst>
                <a:ext uri="{FF2B5EF4-FFF2-40B4-BE49-F238E27FC236}">
                  <a16:creationId xmlns:a16="http://schemas.microsoft.com/office/drawing/2014/main" id="{F08AA894-60A7-4A09-919E-54EF7C3EC824}"/>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4" name="Rectangle 13">
              <a:extLst>
                <a:ext uri="{FF2B5EF4-FFF2-40B4-BE49-F238E27FC236}">
                  <a16:creationId xmlns:a16="http://schemas.microsoft.com/office/drawing/2014/main" id="{44680684-9D82-4E2B-9E9A-778390DA9E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5" name="Picture 14">
              <a:extLst>
                <a:ext uri="{FF2B5EF4-FFF2-40B4-BE49-F238E27FC236}">
                  <a16:creationId xmlns:a16="http://schemas.microsoft.com/office/drawing/2014/main" id="{E28899EB-8201-46DC-A208-67136E6BA1A2}"/>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6" name="Picture 15">
              <a:extLst>
                <a:ext uri="{FF2B5EF4-FFF2-40B4-BE49-F238E27FC236}">
                  <a16:creationId xmlns:a16="http://schemas.microsoft.com/office/drawing/2014/main" id="{58681DBB-DB5A-40DF-8333-C7E1C945B5BD}"/>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1"/>
          <p:cNvSpPr>
            <a:spLocks noGrp="1"/>
          </p:cNvSpPr>
          <p:nvPr>
            <p:ph type="title"/>
          </p:nvPr>
        </p:nvSpPr>
        <p:spPr>
          <a:xfrm>
            <a:off x="971551" y="982132"/>
            <a:ext cx="7200897" cy="1303867"/>
          </a:xfrm>
        </p:spPr>
        <p:txBody>
          <a:bodyPr>
            <a:normAutofit/>
          </a:bodyPr>
          <a:lstStyle/>
          <a:p>
            <a:r>
              <a:rPr lang="en-US">
                <a:solidFill>
                  <a:srgbClr val="262626"/>
                </a:solidFill>
              </a:rPr>
              <a:t>Key points</a:t>
            </a:r>
          </a:p>
        </p:txBody>
      </p:sp>
      <p:sp>
        <p:nvSpPr>
          <p:cNvPr id="3" name="Footer Placeholder 2"/>
          <p:cNvSpPr>
            <a:spLocks noGrp="1"/>
          </p:cNvSpPr>
          <p:nvPr>
            <p:ph type="ftr" sz="quarter" idx="11"/>
          </p:nvPr>
        </p:nvSpPr>
        <p:spPr>
          <a:xfrm>
            <a:off x="971550" y="5969000"/>
            <a:ext cx="5479425" cy="279400"/>
          </a:xfrm>
        </p:spPr>
        <p:txBody>
          <a:bodyPr>
            <a:normAutofit/>
          </a:bodyPr>
          <a:lstStyle/>
          <a:p>
            <a:pPr>
              <a:spcAft>
                <a:spcPts val="600"/>
              </a:spcAft>
              <a:defRPr/>
            </a:pPr>
            <a:r>
              <a:rPr lang="en-US">
                <a:solidFill>
                  <a:srgbClr val="000000"/>
                </a:solidFill>
              </a:rPr>
              <a:t>Chapter 5 System modeling</a:t>
            </a:r>
          </a:p>
        </p:txBody>
      </p:sp>
      <p:sp>
        <p:nvSpPr>
          <p:cNvPr id="4" name="Slide Number Placeholder 3"/>
          <p:cNvSpPr>
            <a:spLocks noGrp="1"/>
          </p:cNvSpPr>
          <p:nvPr>
            <p:ph type="sldNum" sz="quarter" idx="12"/>
          </p:nvPr>
        </p:nvSpPr>
        <p:spPr>
          <a:xfrm>
            <a:off x="7765425" y="5969000"/>
            <a:ext cx="407023" cy="279400"/>
          </a:xfrm>
        </p:spPr>
        <p:txBody>
          <a:bodyPr>
            <a:normAutofit/>
          </a:bodyPr>
          <a:lstStyle/>
          <a:p>
            <a:pPr>
              <a:spcAft>
                <a:spcPts val="600"/>
              </a:spcAft>
              <a:defRPr/>
            </a:pPr>
            <a:fld id="{964AD586-7C25-0244-A129-E014CC0A164A}" type="slidenum">
              <a:rPr lang="en-US">
                <a:solidFill>
                  <a:srgbClr val="000000"/>
                </a:solidFill>
              </a:rPr>
              <a:pPr>
                <a:spcAft>
                  <a:spcPts val="600"/>
                </a:spcAft>
                <a:defRPr/>
              </a:pPr>
              <a:t>26</a:t>
            </a:fld>
            <a:endParaRPr lang="en-US">
              <a:solidFill>
                <a:srgbClr val="000000"/>
              </a:solidFill>
            </a:endParaRPr>
          </a:p>
        </p:txBody>
      </p:sp>
      <p:graphicFrame>
        <p:nvGraphicFramePr>
          <p:cNvPr id="7" name="Content Placeholder 4">
            <a:extLst>
              <a:ext uri="{FF2B5EF4-FFF2-40B4-BE49-F238E27FC236}">
                <a16:creationId xmlns:a16="http://schemas.microsoft.com/office/drawing/2014/main" id="{BA930B11-8B1C-9BEC-2D2E-8F77BFF6E928}"/>
              </a:ext>
            </a:extLst>
          </p:cNvPr>
          <p:cNvGraphicFramePr>
            <a:graphicFrameLocks noGrp="1"/>
          </p:cNvGraphicFramePr>
          <p:nvPr>
            <p:ph idx="1"/>
            <p:extLst>
              <p:ext uri="{D42A27DB-BD31-4B8C-83A1-F6EECF244321}">
                <p14:modId xmlns:p14="http://schemas.microsoft.com/office/powerpoint/2010/main" val="1185189815"/>
              </p:ext>
            </p:extLst>
          </p:nvPr>
        </p:nvGraphicFramePr>
        <p:xfrm>
          <a:off x="971550" y="2675822"/>
          <a:ext cx="7200898" cy="2985675"/>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rotWithShape="1">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Organic</Template>
  <TotalTime>589</TotalTime>
  <Words>1438</Words>
  <Application>Microsoft Office PowerPoint</Application>
  <PresentationFormat>On-screen Show (4:3)</PresentationFormat>
  <Paragraphs>153</Paragraphs>
  <Slides>26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Arial</vt:lpstr>
      <vt:lpstr>Calibri</vt:lpstr>
      <vt:lpstr>Garamond</vt:lpstr>
      <vt:lpstr>Organic</vt:lpstr>
      <vt:lpstr>Chapter 4 – System Modeling</vt:lpstr>
      <vt:lpstr>Topics covered</vt:lpstr>
      <vt:lpstr>System modeling</vt:lpstr>
      <vt:lpstr>Existing and planned system models</vt:lpstr>
      <vt:lpstr>System perspectives</vt:lpstr>
      <vt:lpstr>UML diagram types</vt:lpstr>
      <vt:lpstr>Use of graphical models</vt:lpstr>
      <vt:lpstr>Context models</vt:lpstr>
      <vt:lpstr>System boundaries</vt:lpstr>
      <vt:lpstr>The context of the MHC-PMS </vt:lpstr>
      <vt:lpstr>Process perspective</vt:lpstr>
      <vt:lpstr>Process model of involuntary detention </vt:lpstr>
      <vt:lpstr>Interaction models</vt:lpstr>
      <vt:lpstr>Use case modeling</vt:lpstr>
      <vt:lpstr>Transfer-data use case </vt:lpstr>
      <vt:lpstr>Tabular description of the ‘Transfer data’ use-case </vt:lpstr>
      <vt:lpstr>Use cases in the MHC-PMS involving the role ‘Medical Receptionist’ </vt:lpstr>
      <vt:lpstr>Sequence diagrams</vt:lpstr>
      <vt:lpstr>Sequence diagram for View patient information </vt:lpstr>
      <vt:lpstr>Sequence diagram for Transfer Data </vt:lpstr>
      <vt:lpstr>Structural models</vt:lpstr>
      <vt:lpstr>Class diagrams</vt:lpstr>
      <vt:lpstr>UML classes and association </vt:lpstr>
      <vt:lpstr>Classes and associations in the MHC-PMS </vt:lpstr>
      <vt:lpstr>The Consultation class </vt:lpstr>
      <vt:lpstr>Key points</vt:lpstr>
    </vt:vector>
  </TitlesOfParts>
  <Company>St Andrews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Figures – Chapter 5</dc:title>
  <dc:creator>Ian Sommerville</dc:creator>
  <cp:lastModifiedBy>Dolores Montesines</cp:lastModifiedBy>
  <cp:revision>20</cp:revision>
  <dcterms:created xsi:type="dcterms:W3CDTF">2010-01-15T13:50:47Z</dcterms:created>
  <dcterms:modified xsi:type="dcterms:W3CDTF">2022-04-20T23:43:03Z</dcterms:modified>
</cp:coreProperties>
</file>